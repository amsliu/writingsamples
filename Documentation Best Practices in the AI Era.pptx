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8" r:id="rId1"/>
    <p:sldMasterId id="2147483689"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69FA59-CF53-4E4E-92DE-F4A5189E4F3A}">
  <a:tblStyle styleId="{BA69FA59-CF53-4E4E-92DE-F4A5189E4F3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9779ea5bc9_0_137:notes"/>
          <p:cNvSpPr>
            <a:spLocks noGrp="1" noRot="1" noChangeAspect="1"/>
          </p:cNvSpPr>
          <p:nvPr>
            <p:ph type="sldImg" idx="2"/>
          </p:nvPr>
        </p:nvSpPr>
        <p:spPr>
          <a:xfrm>
            <a:off x="685243" y="1143000"/>
            <a:ext cx="54876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g39779ea5bc9_0_1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g39779ea5bc9_0_1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977afa5ab0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977afa5ab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9779ea5bc9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9779ea5bc9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9779ea5bc9_0_2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9779ea5bc9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977afa5ab0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977afa5ab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977afa5ab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977afa5ab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977afa5ab0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977afa5ab0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977afa5ab0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977afa5ab0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977afa5ab0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977afa5ab0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977afa5ab0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977afa5ab0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mailto:support.bnef@bloomberg.net" TargetMode="Externa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bloom.bg/29jlB0k" TargetMode="External"/><Relationship Id="rId5" Type="http://schemas.openxmlformats.org/officeDocument/2006/relationships/image" Target="../media/image6.png"/><Relationship Id="rId4" Type="http://schemas.openxmlformats.org/officeDocument/2006/relationships/hyperlink" Target="https://about.bnef.com/mobile/"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mailto:support.bnef@bloomberg.net" TargetMode="External"/><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hyperlink" Target="https://bloom.bg/29jlB0k" TargetMode="External"/><Relationship Id="rId5" Type="http://schemas.openxmlformats.org/officeDocument/2006/relationships/image" Target="../media/image6.png"/><Relationship Id="rId4" Type="http://schemas.openxmlformats.org/officeDocument/2006/relationships/hyperlink" Target="https://about.bnef.com/mobile/"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t="1793" b="1793"/>
          <a:stretch/>
        </p:blipFill>
        <p:spPr>
          <a:xfrm>
            <a:off x="0" y="-1"/>
            <a:ext cx="7274691" cy="5143499"/>
          </a:xfrm>
          <a:prstGeom prst="rect">
            <a:avLst/>
          </a:prstGeom>
          <a:noFill/>
          <a:ln>
            <a:noFill/>
          </a:ln>
        </p:spPr>
      </p:pic>
      <p:sp>
        <p:nvSpPr>
          <p:cNvPr id="13" name="Google Shape;13;p2"/>
          <p:cNvSpPr/>
          <p:nvPr/>
        </p:nvSpPr>
        <p:spPr>
          <a:xfrm>
            <a:off x="5645971" y="0"/>
            <a:ext cx="3498000" cy="2584200"/>
          </a:xfrm>
          <a:prstGeom prst="rect">
            <a:avLst/>
          </a:prstGeom>
          <a:noFill/>
          <a:ln>
            <a:noFill/>
          </a:ln>
        </p:spPr>
        <p:txBody>
          <a:bodyPr spcFirstLastPara="1" wrap="square" lIns="72850" tIns="36425" rIns="72850" bIns="36425" anchor="ctr" anchorCtr="0">
            <a:noAutofit/>
          </a:bodyPr>
          <a:lstStyle/>
          <a:p>
            <a:pPr marL="0" marR="0" lvl="0" indent="0" algn="ctr" rtl="0">
              <a:spcBef>
                <a:spcPts val="0"/>
              </a:spcBef>
              <a:spcAft>
                <a:spcPts val="0"/>
              </a:spcAft>
              <a:buClr>
                <a:schemeClr val="dk1"/>
              </a:buClr>
              <a:buSzPts val="1000"/>
              <a:buFont typeface="Arial"/>
              <a:buNone/>
            </a:pPr>
            <a:endParaRPr sz="1000" b="0" i="0" u="none" strike="noStrike" cap="none">
              <a:solidFill>
                <a:schemeClr val="lt1"/>
              </a:solidFill>
              <a:latin typeface="Arial"/>
              <a:ea typeface="Arial"/>
              <a:cs typeface="Arial"/>
              <a:sym typeface="Arial"/>
            </a:endParaRPr>
          </a:p>
        </p:txBody>
      </p:sp>
      <p:pic>
        <p:nvPicPr>
          <p:cNvPr id="14" name="Google Shape;14;p2"/>
          <p:cNvPicPr preferRelativeResize="0"/>
          <p:nvPr/>
        </p:nvPicPr>
        <p:blipFill rotWithShape="1">
          <a:blip r:embed="rId3">
            <a:alphaModFix/>
          </a:blip>
          <a:srcRect t="2812" b="2812"/>
          <a:stretch/>
        </p:blipFill>
        <p:spPr>
          <a:xfrm>
            <a:off x="0" y="0"/>
            <a:ext cx="7274691" cy="5143499"/>
          </a:xfrm>
          <a:prstGeom prst="rect">
            <a:avLst/>
          </a:prstGeom>
          <a:noFill/>
          <a:ln>
            <a:noFill/>
          </a:ln>
        </p:spPr>
      </p:pic>
      <p:grpSp>
        <p:nvGrpSpPr>
          <p:cNvPr id="15" name="Google Shape;15;p2"/>
          <p:cNvGrpSpPr/>
          <p:nvPr/>
        </p:nvGrpSpPr>
        <p:grpSpPr>
          <a:xfrm>
            <a:off x="-17651" y="-17"/>
            <a:ext cx="9161774" cy="5143620"/>
            <a:chOff x="-20638" y="-25"/>
            <a:chExt cx="10733100" cy="7559700"/>
          </a:xfrm>
        </p:grpSpPr>
        <p:cxnSp>
          <p:nvCxnSpPr>
            <p:cNvPr id="16" name="Google Shape;16;p2"/>
            <p:cNvCxnSpPr/>
            <p:nvPr/>
          </p:nvCxnSpPr>
          <p:spPr>
            <a:xfrm>
              <a:off x="-20638" y="3802697"/>
              <a:ext cx="10733100" cy="0"/>
            </a:xfrm>
            <a:prstGeom prst="straightConnector1">
              <a:avLst/>
            </a:prstGeom>
            <a:noFill/>
            <a:ln w="10125" cap="flat" cmpd="sng">
              <a:solidFill>
                <a:srgbClr val="D0D0D0"/>
              </a:solidFill>
              <a:prstDash val="solid"/>
              <a:miter lim="800000"/>
              <a:headEnd type="none" w="med" len="med"/>
              <a:tailEnd type="none" w="med" len="med"/>
            </a:ln>
          </p:spPr>
        </p:cxnSp>
        <p:cxnSp>
          <p:nvCxnSpPr>
            <p:cNvPr id="17" name="Google Shape;17;p2"/>
            <p:cNvCxnSpPr/>
            <p:nvPr/>
          </p:nvCxnSpPr>
          <p:spPr>
            <a:xfrm rot="10800000" flipH="1">
              <a:off x="5085818" y="-25"/>
              <a:ext cx="3168300" cy="7559700"/>
            </a:xfrm>
            <a:prstGeom prst="straightConnector1">
              <a:avLst/>
            </a:prstGeom>
            <a:noFill/>
            <a:ln w="10125" cap="flat" cmpd="sng">
              <a:solidFill>
                <a:srgbClr val="D0D0D0"/>
              </a:solidFill>
              <a:prstDash val="solid"/>
              <a:miter lim="800000"/>
              <a:headEnd type="none" w="med" len="med"/>
              <a:tailEnd type="none" w="med" len="med"/>
            </a:ln>
          </p:spPr>
        </p:cxnSp>
      </p:grpSp>
      <p:sp>
        <p:nvSpPr>
          <p:cNvPr id="18" name="Google Shape;18;p2"/>
          <p:cNvSpPr txBox="1">
            <a:spLocks noGrp="1"/>
          </p:cNvSpPr>
          <p:nvPr>
            <p:ph type="ctrTitle"/>
          </p:nvPr>
        </p:nvSpPr>
        <p:spPr>
          <a:xfrm>
            <a:off x="384225" y="1444905"/>
            <a:ext cx="5295600" cy="1102500"/>
          </a:xfrm>
          <a:prstGeom prst="rect">
            <a:avLst/>
          </a:prstGeom>
          <a:noFill/>
          <a:ln>
            <a:noFill/>
          </a:ln>
        </p:spPr>
        <p:txBody>
          <a:bodyPr spcFirstLastPara="1" wrap="square" lIns="0" tIns="0" rIns="0" bIns="28700" anchor="b" anchorCtr="0">
            <a:noAutofit/>
          </a:bodyPr>
          <a:lstStyle>
            <a:lvl1pPr lvl="0" algn="l">
              <a:lnSpc>
                <a:spcPct val="90000"/>
              </a:lnSpc>
              <a:spcBef>
                <a:spcPts val="0"/>
              </a:spcBef>
              <a:spcAft>
                <a:spcPts val="0"/>
              </a:spcAft>
              <a:buClr>
                <a:schemeClr val="dk1"/>
              </a:buClr>
              <a:buSzPts val="3800"/>
              <a:buFont typeface="Arial"/>
              <a:buNone/>
              <a:defRPr sz="38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Google Shape;19;p2"/>
          <p:cNvSpPr txBox="1">
            <a:spLocks noGrp="1"/>
          </p:cNvSpPr>
          <p:nvPr>
            <p:ph type="subTitle" idx="1"/>
          </p:nvPr>
        </p:nvSpPr>
        <p:spPr>
          <a:xfrm>
            <a:off x="355311" y="2718646"/>
            <a:ext cx="4680900" cy="426300"/>
          </a:xfrm>
          <a:prstGeom prst="rect">
            <a:avLst/>
          </a:prstGeom>
          <a:solidFill>
            <a:schemeClr val="lt1">
              <a:alpha val="49800"/>
            </a:schemeClr>
          </a:solidFill>
          <a:ln>
            <a:noFill/>
          </a:ln>
        </p:spPr>
        <p:txBody>
          <a:bodyPr spcFirstLastPara="1" wrap="square" lIns="28700" tIns="28700" rIns="28700" bIns="28700" anchor="t" anchorCtr="0">
            <a:spAutoFit/>
          </a:bodyPr>
          <a:lstStyle>
            <a:lvl1pPr lvl="0" algn="l">
              <a:spcBef>
                <a:spcPts val="0"/>
              </a:spcBef>
              <a:spcAft>
                <a:spcPts val="0"/>
              </a:spcAft>
              <a:buSzPts val="1300"/>
              <a:buNone/>
              <a:defRPr sz="1400" b="1">
                <a:solidFill>
                  <a:schemeClr val="accent2"/>
                </a:solidFill>
              </a:defRPr>
            </a:lvl1pPr>
            <a:lvl2pPr lvl="1" algn="ctr">
              <a:spcBef>
                <a:spcPts val="200"/>
              </a:spcBef>
              <a:spcAft>
                <a:spcPts val="0"/>
              </a:spcAft>
              <a:buSzPts val="1100"/>
              <a:buNone/>
              <a:defRPr>
                <a:solidFill>
                  <a:srgbClr val="888888"/>
                </a:solidFill>
              </a:defRPr>
            </a:lvl2pPr>
            <a:lvl3pPr lvl="2" algn="ctr">
              <a:spcBef>
                <a:spcPts val="200"/>
              </a:spcBef>
              <a:spcAft>
                <a:spcPts val="0"/>
              </a:spcAft>
              <a:buSzPts val="1100"/>
              <a:buNone/>
              <a:defRPr>
                <a:solidFill>
                  <a:srgbClr val="888888"/>
                </a:solidFill>
              </a:defRPr>
            </a:lvl3pPr>
            <a:lvl4pPr lvl="3" algn="ctr">
              <a:spcBef>
                <a:spcPts val="200"/>
              </a:spcBef>
              <a:spcAft>
                <a:spcPts val="0"/>
              </a:spcAft>
              <a:buSzPts val="1100"/>
              <a:buNone/>
              <a:defRPr>
                <a:solidFill>
                  <a:srgbClr val="888888"/>
                </a:solidFill>
              </a:defRPr>
            </a:lvl4pPr>
            <a:lvl5pPr lvl="4" algn="ctr">
              <a:spcBef>
                <a:spcPts val="200"/>
              </a:spcBef>
              <a:spcAft>
                <a:spcPts val="0"/>
              </a:spcAft>
              <a:buSzPts val="1100"/>
              <a:buNone/>
              <a:defRPr>
                <a:solidFill>
                  <a:srgbClr val="888888"/>
                </a:solidFill>
              </a:defRPr>
            </a:lvl5pPr>
            <a:lvl6pPr lvl="5" algn="ctr">
              <a:spcBef>
                <a:spcPts val="200"/>
              </a:spcBef>
              <a:spcAft>
                <a:spcPts val="0"/>
              </a:spcAft>
              <a:buSzPts val="1100"/>
              <a:buNone/>
              <a:defRPr>
                <a:solidFill>
                  <a:srgbClr val="888888"/>
                </a:solidFill>
              </a:defRPr>
            </a:lvl6pPr>
            <a:lvl7pPr lvl="6" algn="ctr">
              <a:spcBef>
                <a:spcPts val="200"/>
              </a:spcBef>
              <a:spcAft>
                <a:spcPts val="0"/>
              </a:spcAft>
              <a:buSzPts val="1100"/>
              <a:buNone/>
              <a:defRPr>
                <a:solidFill>
                  <a:srgbClr val="888888"/>
                </a:solidFill>
              </a:defRPr>
            </a:lvl7pPr>
            <a:lvl8pPr lvl="7" algn="ctr">
              <a:spcBef>
                <a:spcPts val="200"/>
              </a:spcBef>
              <a:spcAft>
                <a:spcPts val="0"/>
              </a:spcAft>
              <a:buSzPts val="1100"/>
              <a:buNone/>
              <a:defRPr>
                <a:solidFill>
                  <a:srgbClr val="888888"/>
                </a:solidFill>
              </a:defRPr>
            </a:lvl8pPr>
            <a:lvl9pPr lvl="8" algn="ctr">
              <a:spcBef>
                <a:spcPts val="200"/>
              </a:spcBef>
              <a:spcAft>
                <a:spcPts val="0"/>
              </a:spcAft>
              <a:buSzPts val="1100"/>
              <a:buNone/>
              <a:defRPr>
                <a:solidFill>
                  <a:srgbClr val="888888"/>
                </a:solidFill>
              </a:defRPr>
            </a:lvl9pPr>
          </a:lstStyle>
          <a:p>
            <a:endParaRPr/>
          </a:p>
        </p:txBody>
      </p:sp>
      <p:sp>
        <p:nvSpPr>
          <p:cNvPr id="20" name="Google Shape;20;p2"/>
          <p:cNvSpPr txBox="1">
            <a:spLocks noGrp="1"/>
          </p:cNvSpPr>
          <p:nvPr>
            <p:ph type="body" idx="2"/>
          </p:nvPr>
        </p:nvSpPr>
        <p:spPr>
          <a:xfrm>
            <a:off x="355850" y="3251867"/>
            <a:ext cx="2614800" cy="195900"/>
          </a:xfrm>
          <a:prstGeom prst="rect">
            <a:avLst/>
          </a:prstGeom>
          <a:solidFill>
            <a:schemeClr val="lt1">
              <a:alpha val="49800"/>
            </a:schemeClr>
          </a:solidFill>
          <a:ln>
            <a:noFill/>
          </a:ln>
        </p:spPr>
        <p:txBody>
          <a:bodyPr spcFirstLastPara="1" wrap="square" lIns="28700" tIns="28700" rIns="28700" bIns="28700" anchor="t" anchorCtr="0">
            <a:spAutoFit/>
          </a:bodyPr>
          <a:lstStyle>
            <a:lvl1pPr marL="457200" lvl="0" indent="-228600" algn="l">
              <a:spcBef>
                <a:spcPts val="500"/>
              </a:spcBef>
              <a:spcAft>
                <a:spcPts val="0"/>
              </a:spcAft>
              <a:buSzPts val="1000"/>
              <a:buNone/>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1" name="Google Shape;21;p2"/>
          <p:cNvSpPr txBox="1">
            <a:spLocks noGrp="1"/>
          </p:cNvSpPr>
          <p:nvPr>
            <p:ph type="dt" idx="10"/>
          </p:nvPr>
        </p:nvSpPr>
        <p:spPr>
          <a:xfrm>
            <a:off x="355851" y="4585098"/>
            <a:ext cx="1539300" cy="195900"/>
          </a:xfrm>
          <a:prstGeom prst="rect">
            <a:avLst/>
          </a:prstGeom>
          <a:solidFill>
            <a:schemeClr val="lt1">
              <a:alpha val="49800"/>
            </a:schemeClr>
          </a:solidFill>
          <a:ln>
            <a:noFill/>
          </a:ln>
        </p:spPr>
        <p:txBody>
          <a:bodyPr spcFirstLastPara="1" wrap="square" lIns="28700" tIns="28700" rIns="28700" bIns="28700" anchor="t" anchorCtr="0">
            <a:spAutoFit/>
          </a:bodyPr>
          <a:lstStyle>
            <a:lvl1pPr marR="0" lvl="0" algn="l">
              <a:spcBef>
                <a:spcPts val="200"/>
              </a:spcBef>
              <a:spcAft>
                <a:spcPts val="0"/>
              </a:spcAft>
              <a:buClr>
                <a:schemeClr val="accent2"/>
              </a:buClr>
              <a:buSzPts val="1100"/>
              <a:buFont typeface="Arial"/>
              <a:buNone/>
              <a:defRPr sz="1100" b="0" i="0" u="none" strike="noStrike" cap="none">
                <a:solidFill>
                  <a:schemeClr val="accent2"/>
                </a:solidFill>
                <a:latin typeface="Arial"/>
                <a:ea typeface="Arial"/>
                <a:cs typeface="Arial"/>
                <a:sym typeface="Arial"/>
              </a:defRPr>
            </a:lvl1pPr>
            <a:lvl2pPr marR="0" lvl="1" algn="l">
              <a:spcBef>
                <a:spcPts val="0"/>
              </a:spcBef>
              <a:spcAft>
                <a:spcPts val="0"/>
              </a:spcAft>
              <a:buClr>
                <a:schemeClr val="accent2"/>
              </a:buClr>
              <a:buSzPts val="900"/>
              <a:buFont typeface="Arial"/>
              <a:buChar char="●"/>
              <a:defRPr sz="1000" b="0" i="0" u="none" strike="noStrike" cap="none">
                <a:solidFill>
                  <a:schemeClr val="dk1"/>
                </a:solidFill>
                <a:latin typeface="Arial"/>
                <a:ea typeface="Arial"/>
                <a:cs typeface="Arial"/>
                <a:sym typeface="Arial"/>
              </a:defRPr>
            </a:lvl2pPr>
            <a:lvl3pPr marR="0" lvl="2"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3pPr>
            <a:lvl4pPr marR="0" lvl="3"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4pPr>
            <a:lvl5pPr marR="0" lvl="4"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5pPr>
            <a:lvl6pPr marR="0" lvl="5"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6pPr>
            <a:lvl7pPr marR="0" lvl="6"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7pPr>
            <a:lvl8pPr marR="0" lvl="7"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8pPr>
            <a:lvl9pPr marR="0" lvl="8"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4" name="Google Shape;24;p3"/>
          <p:cNvSpPr txBox="1">
            <a:spLocks noGrp="1"/>
          </p:cNvSpPr>
          <p:nvPr>
            <p:ph type="body" idx="1"/>
          </p:nvPr>
        </p:nvSpPr>
        <p:spPr>
          <a:xfrm>
            <a:off x="384856" y="1102226"/>
            <a:ext cx="8374500" cy="34290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5" name="Google Shape;25;p3"/>
          <p:cNvSpPr txBox="1">
            <a:spLocks noGrp="1"/>
          </p:cNvSpPr>
          <p:nvPr>
            <p:ph type="sldNum" idx="12"/>
          </p:nvPr>
        </p:nvSpPr>
        <p:spPr>
          <a:xfrm>
            <a:off x="4089895" y="4800600"/>
            <a:ext cx="933300" cy="357300"/>
          </a:xfrm>
          <a:prstGeom prst="rect">
            <a:avLst/>
          </a:prstGeom>
          <a:noFill/>
          <a:ln>
            <a:noFill/>
          </a:ln>
        </p:spPr>
        <p:txBody>
          <a:bodyPr spcFirstLastPara="1" wrap="square" lIns="72850" tIns="36425" rIns="72850" bIns="36425" anchor="t" anchorCtr="0">
            <a:noAutofit/>
          </a:bodyPr>
          <a:lstStyle>
            <a:lvl1pPr marL="0" marR="0" lvl="0"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1pPr>
            <a:lvl2pPr marL="0" marR="0" lvl="1"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2pPr>
            <a:lvl3pPr marL="0" marR="0" lvl="2"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3pPr>
            <a:lvl4pPr marL="0" marR="0" lvl="3"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4pPr>
            <a:lvl5pPr marL="0" marR="0" lvl="4"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5pPr>
            <a:lvl6pPr marL="0" marR="0" lvl="5"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6pPr>
            <a:lvl7pPr marL="0" marR="0" lvl="6"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7pPr>
            <a:lvl8pPr marL="0" marR="0" lvl="7"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8pPr>
            <a:lvl9pPr marL="0" marR="0" lvl="8"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tandard Content">
  <p:cSld name="Standard Content">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600"/>
              <a:buFont typeface="Arial"/>
              <a:buNone/>
              <a:defRPr>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9" name="Google Shape;29;p5"/>
          <p:cNvSpPr txBox="1">
            <a:spLocks noGrp="1"/>
          </p:cNvSpPr>
          <p:nvPr>
            <p:ph type="body" idx="1"/>
          </p:nvPr>
        </p:nvSpPr>
        <p:spPr>
          <a:xfrm>
            <a:off x="384856" y="1102226"/>
            <a:ext cx="8374500" cy="3429000"/>
          </a:xfrm>
          <a:prstGeom prst="rect">
            <a:avLst/>
          </a:prstGeom>
          <a:noFill/>
          <a:ln>
            <a:noFill/>
          </a:ln>
        </p:spPr>
        <p:txBody>
          <a:bodyPr spcFirstLastPara="1" wrap="square" lIns="0" tIns="0" rIns="0" bIns="0" anchor="t" anchorCtr="0">
            <a:noAutofit/>
          </a:bodyPr>
          <a:lstStyle>
            <a:lvl1pPr marL="457200" lvl="0" indent="-292100" algn="l">
              <a:spcBef>
                <a:spcPts val="500"/>
              </a:spcBef>
              <a:spcAft>
                <a:spcPts val="0"/>
              </a:spcAft>
              <a:buSzPts val="10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30" name="Google Shape;30;p5"/>
          <p:cNvSpPr>
            <a:spLocks noGrp="1"/>
          </p:cNvSpPr>
          <p:nvPr>
            <p:ph type="body" idx="2"/>
          </p:nvPr>
        </p:nvSpPr>
        <p:spPr>
          <a:xfrm>
            <a:off x="306931" y="4421063"/>
            <a:ext cx="8583000" cy="393000"/>
          </a:xfrm>
          <a:prstGeom prst="roundRect">
            <a:avLst>
              <a:gd name="adj" fmla="val 16667"/>
            </a:avLst>
          </a:prstGeom>
          <a:noFill/>
          <a:ln>
            <a:noFill/>
          </a:ln>
        </p:spPr>
        <p:txBody>
          <a:bodyPr spcFirstLastPara="1" wrap="square" lIns="0" tIns="28700" rIns="0" bIns="28700" anchor="b" anchorCtr="0">
            <a:noAutofit/>
          </a:bodyPr>
          <a:lstStyle>
            <a:lvl1pPr marL="457200" lvl="0" indent="-228600" algn="r">
              <a:spcBef>
                <a:spcPts val="500"/>
              </a:spcBef>
              <a:spcAft>
                <a:spcPts val="0"/>
              </a:spcAft>
              <a:buSzPts val="700"/>
              <a:buNone/>
              <a:defRPr sz="800" b="0" i="0"/>
            </a:lvl1pPr>
            <a:lvl2pPr marL="914400" lvl="1" indent="-228600" algn="l">
              <a:spcBef>
                <a:spcPts val="200"/>
              </a:spcBef>
              <a:spcAft>
                <a:spcPts val="0"/>
              </a:spcAft>
              <a:buSzPts val="1700"/>
              <a:buNone/>
              <a:defRPr sz="1700" b="1"/>
            </a:lvl2pPr>
            <a:lvl3pPr marL="1371600" lvl="2" indent="-228600" algn="l">
              <a:spcBef>
                <a:spcPts val="200"/>
              </a:spcBef>
              <a:spcAft>
                <a:spcPts val="0"/>
              </a:spcAft>
              <a:buSzPts val="1500"/>
              <a:buNone/>
              <a:defRPr sz="15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Boxes">
  <p:cSld name="Three Boxes">
    <p:spTree>
      <p:nvGrpSpPr>
        <p:cNvPr id="1" name="Shape 31"/>
        <p:cNvGrpSpPr/>
        <p:nvPr/>
      </p:nvGrpSpPr>
      <p:grpSpPr>
        <a:xfrm>
          <a:off x="0" y="0"/>
          <a:ext cx="0" cy="0"/>
          <a:chOff x="0" y="0"/>
          <a:chExt cx="0" cy="0"/>
        </a:xfrm>
      </p:grpSpPr>
      <p:sp>
        <p:nvSpPr>
          <p:cNvPr id="32" name="Google Shape;32;p6"/>
          <p:cNvSpPr txBox="1">
            <a:spLocks noGrp="1"/>
          </p:cNvSpPr>
          <p:nvPr>
            <p:ph type="body" idx="1"/>
          </p:nvPr>
        </p:nvSpPr>
        <p:spPr>
          <a:xfrm>
            <a:off x="6173396" y="1395911"/>
            <a:ext cx="25866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33" name="Google Shape;33;p6"/>
          <p:cNvSpPr txBox="1">
            <a:spLocks noGrp="1"/>
          </p:cNvSpPr>
          <p:nvPr>
            <p:ph type="body" idx="2"/>
          </p:nvPr>
        </p:nvSpPr>
        <p:spPr>
          <a:xfrm>
            <a:off x="3278810" y="1395911"/>
            <a:ext cx="25866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34" name="Google Shape;34;p6"/>
          <p:cNvSpPr txBox="1">
            <a:spLocks noGrp="1"/>
          </p:cNvSpPr>
          <p:nvPr>
            <p:ph type="body" idx="3"/>
          </p:nvPr>
        </p:nvSpPr>
        <p:spPr>
          <a:xfrm>
            <a:off x="384225" y="1395911"/>
            <a:ext cx="25866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35" name="Google Shape;35;p6"/>
          <p:cNvSpPr txBox="1">
            <a:spLocks noGrp="1"/>
          </p:cNvSpPr>
          <p:nvPr>
            <p:ph type="body" idx="4"/>
          </p:nvPr>
        </p:nvSpPr>
        <p:spPr>
          <a:xfrm>
            <a:off x="384225" y="1101979"/>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36" name="Google Shape;36;p6"/>
          <p:cNvSpPr txBox="1">
            <a:spLocks noGrp="1"/>
          </p:cNvSpPr>
          <p:nvPr>
            <p:ph type="body" idx="5"/>
          </p:nvPr>
        </p:nvSpPr>
        <p:spPr>
          <a:xfrm>
            <a:off x="3278810" y="1101979"/>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37" name="Google Shape;37;p6"/>
          <p:cNvSpPr txBox="1">
            <a:spLocks noGrp="1"/>
          </p:cNvSpPr>
          <p:nvPr>
            <p:ph type="body" idx="6"/>
          </p:nvPr>
        </p:nvSpPr>
        <p:spPr>
          <a:xfrm>
            <a:off x="6173396" y="1101979"/>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38" name="Google Shape;38;p6"/>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600"/>
              <a:buFont typeface="Arial"/>
              <a:buNone/>
              <a:defRPr>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1" name="Google Shape;41;p7"/>
          <p:cNvSpPr>
            <a:spLocks noGrp="1"/>
          </p:cNvSpPr>
          <p:nvPr>
            <p:ph type="body" idx="1"/>
          </p:nvPr>
        </p:nvSpPr>
        <p:spPr>
          <a:xfrm>
            <a:off x="306931" y="4421063"/>
            <a:ext cx="8583000" cy="393000"/>
          </a:xfrm>
          <a:prstGeom prst="roundRect">
            <a:avLst>
              <a:gd name="adj" fmla="val 16667"/>
            </a:avLst>
          </a:prstGeom>
          <a:noFill/>
          <a:ln>
            <a:noFill/>
          </a:ln>
        </p:spPr>
        <p:txBody>
          <a:bodyPr spcFirstLastPara="1" wrap="square" lIns="0" tIns="28700" rIns="0" bIns="28700" anchor="b" anchorCtr="0">
            <a:noAutofit/>
          </a:bodyPr>
          <a:lstStyle>
            <a:lvl1pPr marL="457200" lvl="0" indent="-228600" algn="r">
              <a:spcBef>
                <a:spcPts val="500"/>
              </a:spcBef>
              <a:spcAft>
                <a:spcPts val="0"/>
              </a:spcAft>
              <a:buSzPts val="700"/>
              <a:buNone/>
              <a:defRPr sz="800" b="0" i="0"/>
            </a:lvl1pPr>
            <a:lvl2pPr marL="914400" lvl="1" indent="-228600" algn="l">
              <a:spcBef>
                <a:spcPts val="200"/>
              </a:spcBef>
              <a:spcAft>
                <a:spcPts val="0"/>
              </a:spcAft>
              <a:buSzPts val="1700"/>
              <a:buNone/>
              <a:defRPr sz="1700" b="1"/>
            </a:lvl2pPr>
            <a:lvl3pPr marL="1371600" lvl="2" indent="-228600" algn="l">
              <a:spcBef>
                <a:spcPts val="200"/>
              </a:spcBef>
              <a:spcAft>
                <a:spcPts val="0"/>
              </a:spcAft>
              <a:buSzPts val="1500"/>
              <a:buNone/>
              <a:defRPr sz="15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sclaimer">
  <p:cSld name="Disclaimer">
    <p:spTree>
      <p:nvGrpSpPr>
        <p:cNvPr id="1" name="Shape 42"/>
        <p:cNvGrpSpPr/>
        <p:nvPr/>
      </p:nvGrpSpPr>
      <p:grpSpPr>
        <a:xfrm>
          <a:off x="0" y="0"/>
          <a:ext cx="0" cy="0"/>
          <a:chOff x="0" y="0"/>
          <a:chExt cx="0" cy="0"/>
        </a:xfrm>
      </p:grpSpPr>
      <p:sp>
        <p:nvSpPr>
          <p:cNvPr id="43" name="Google Shape;43;p8"/>
          <p:cNvSpPr/>
          <p:nvPr/>
        </p:nvSpPr>
        <p:spPr>
          <a:xfrm>
            <a:off x="384226" y="1101716"/>
            <a:ext cx="8375400" cy="342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000"/>
              <a:buFont typeface="Arial"/>
              <a:buNone/>
            </a:pPr>
            <a:r>
              <a:rPr lang="en" sz="1000">
                <a:solidFill>
                  <a:schemeClr val="dk1"/>
                </a:solidFill>
                <a:latin typeface="Arial"/>
                <a:ea typeface="Arial"/>
                <a:cs typeface="Arial"/>
                <a:sym typeface="Arial"/>
              </a:rPr>
              <a:t>The Bloomberg NEF ("BNEF"), service/information is derived from selected public sources. Bloomberg Finance L.P. and its affiliates, in providing the service/information, believe that the information it uses comes from reliable sources, but do not guarantee the accuracy or completeness of this information, which is subject to change without notice, and nothing in this document shall be construed as such a guarantee. The statements in this service/document reflect the current judgment of the authors of the relevant articles or features, and do not necessarily reflect the opinion of Bloomberg Finance L.P., Bloomberg L.P. or any of their affiliates (“Bloomberg”). Bloomberg disclaims any liability arising from use of this document, its contents and/or this service. Nothing herein shall constitute or be construed as an offering of financial instruments or as investment advice or recommendations by Bloomberg of an investment or other strategy (e.g., whether or not to “buy”, “sell”, or “hold” an investment). The information available through this service is not based on consideration of a subscriber’s individual circumstances and should not be considered as information sufficient upon which to base an investment decision. You should determine on your own whether you agree with the content. This service should not be construed as tax or accounting advice or as a service designed to facilitate any subscriber’s compliance with its tax, accounting or other legal obligations. Employees involved in this service may hold positions in the companies mentioned in the services/information. </a:t>
            </a:r>
            <a:endParaRPr sz="1100"/>
          </a:p>
          <a:p>
            <a:pPr marL="0" marR="0" lvl="0" indent="0" algn="l" rtl="0">
              <a:spcBef>
                <a:spcPts val="1000"/>
              </a:spcBef>
              <a:spcAft>
                <a:spcPts val="0"/>
              </a:spcAft>
              <a:buClr>
                <a:schemeClr val="dk1"/>
              </a:buClr>
              <a:buSzPts val="1000"/>
              <a:buFont typeface="Arial"/>
              <a:buNone/>
            </a:pPr>
            <a:r>
              <a:rPr lang="en" sz="1000">
                <a:solidFill>
                  <a:schemeClr val="dk1"/>
                </a:solidFill>
                <a:latin typeface="Arial"/>
                <a:ea typeface="Arial"/>
                <a:cs typeface="Arial"/>
                <a:sym typeface="Arial"/>
              </a:rPr>
              <a:t>The data included in these materials are for illustrative purposes only. The BLOOMBERG TERMINAL service and Bloomberg data products (the “Services”) are owned and distributed by Bloomberg Finance L.P. (“BFLP”) except that Bloomberg L.P. and its subsidiaries (“BLP”) distribute these products in Argentina, Australia and certain jurisdictions in the Pacific islands, Bermuda, China, India, Japan, Korea and New Zealand. BLP provides BFLP with global marketing and operational support. Certain features, functions, products and services are available only to sophisticated investors and only where permitted. BFLP, BLP and their affiliates do not guarantee the accuracy of prices or other information in the Services. Nothing in the Services shall constitute or be construed as an offering of financial instruments by BFLP, BLP or their affiliates, or as investment advice or recommendations by BFLP, BLP or their affiliates of an investment strategy or whether or not to “buy”, “sell” or “hold” an investment. Information available via the Services should not be considered as information sufficient upon which to base an investment decision. The following are trademarks and service marks of BFLP, a Delaware limited partnership, or its subsidiaries: BLOOMBERG, BLOOMBERG ANYWHERE, BLOOMBERG MARKETS, BLOOMBERG NEWS, BLOOMBERG PROFESSIONAL, BLOOMBERG TERMINAL and BLOOMBERG.COM. Absence of any trademark or service mark from this list does not waive Bloomberg's intellectual property rights in that that name, mark or logo. All rights reserved. © 2018 Bloomberg.</a:t>
            </a:r>
            <a:endParaRPr sz="1100"/>
          </a:p>
          <a:p>
            <a:pPr marL="0" marR="0" lvl="0" indent="0" algn="l" rtl="0">
              <a:spcBef>
                <a:spcPts val="1000"/>
              </a:spcBef>
              <a:spcAft>
                <a:spcPts val="0"/>
              </a:spcAft>
              <a:buClr>
                <a:schemeClr val="dk1"/>
              </a:buClr>
              <a:buSzPts val="1000"/>
              <a:buFont typeface="Arial"/>
              <a:buNone/>
            </a:pPr>
            <a:r>
              <a:rPr lang="en" sz="1000">
                <a:solidFill>
                  <a:schemeClr val="dk1"/>
                </a:solidFill>
                <a:latin typeface="Arial"/>
                <a:ea typeface="Arial"/>
                <a:cs typeface="Arial"/>
                <a:sym typeface="Arial"/>
              </a:rPr>
              <a:t> </a:t>
            </a:r>
            <a:endParaRPr sz="1100"/>
          </a:p>
          <a:p>
            <a:pPr marL="0" marR="0" lvl="0" indent="0" algn="l" rtl="0">
              <a:spcBef>
                <a:spcPts val="100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4" name="Google Shape;44;p8"/>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ack page">
  <p:cSld name="Back page">
    <p:spTree>
      <p:nvGrpSpPr>
        <p:cNvPr id="1" name="Shape 45"/>
        <p:cNvGrpSpPr/>
        <p:nvPr/>
      </p:nvGrpSpPr>
      <p:grpSpPr>
        <a:xfrm>
          <a:off x="0" y="0"/>
          <a:ext cx="0" cy="0"/>
          <a:chOff x="0" y="0"/>
          <a:chExt cx="0" cy="0"/>
        </a:xfrm>
      </p:grpSpPr>
      <p:pic>
        <p:nvPicPr>
          <p:cNvPr id="46" name="Google Shape;46;p9"/>
          <p:cNvPicPr preferRelativeResize="0"/>
          <p:nvPr/>
        </p:nvPicPr>
        <p:blipFill rotWithShape="1">
          <a:blip r:embed="rId2">
            <a:alphaModFix/>
          </a:blip>
          <a:srcRect b="14060"/>
          <a:stretch/>
        </p:blipFill>
        <p:spPr>
          <a:xfrm>
            <a:off x="3278810" y="1"/>
            <a:ext cx="4666089" cy="2767251"/>
          </a:xfrm>
          <a:prstGeom prst="rect">
            <a:avLst/>
          </a:prstGeom>
          <a:noFill/>
          <a:ln>
            <a:noFill/>
          </a:ln>
        </p:spPr>
      </p:pic>
      <p:pic>
        <p:nvPicPr>
          <p:cNvPr id="47" name="Google Shape;47;p9"/>
          <p:cNvPicPr preferRelativeResize="0"/>
          <p:nvPr/>
        </p:nvPicPr>
        <p:blipFill rotWithShape="1">
          <a:blip r:embed="rId3">
            <a:alphaModFix/>
          </a:blip>
          <a:srcRect/>
          <a:stretch/>
        </p:blipFill>
        <p:spPr>
          <a:xfrm>
            <a:off x="5988431" y="2130810"/>
            <a:ext cx="1778259" cy="258202"/>
          </a:xfrm>
          <a:prstGeom prst="rect">
            <a:avLst/>
          </a:prstGeom>
          <a:noFill/>
          <a:ln>
            <a:noFill/>
          </a:ln>
        </p:spPr>
      </p:pic>
      <p:sp>
        <p:nvSpPr>
          <p:cNvPr id="48" name="Google Shape;48;p9"/>
          <p:cNvSpPr txBox="1"/>
          <p:nvPr/>
        </p:nvSpPr>
        <p:spPr>
          <a:xfrm>
            <a:off x="391920" y="2301320"/>
            <a:ext cx="2586600" cy="931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000"/>
              <a:buFont typeface="Arial"/>
              <a:buNone/>
            </a:pPr>
            <a:r>
              <a:rPr lang="en" sz="1000" b="1">
                <a:solidFill>
                  <a:schemeClr val="accent2"/>
                </a:solidFill>
                <a:latin typeface="Arial"/>
                <a:ea typeface="Arial"/>
                <a:cs typeface="Arial"/>
                <a:sym typeface="Arial"/>
              </a:rPr>
              <a:t>Coverage.</a:t>
            </a:r>
            <a:endParaRPr sz="1100"/>
          </a:p>
          <a:p>
            <a:pPr marL="0" marR="0" lvl="0" indent="0" algn="l" rtl="0">
              <a:spcBef>
                <a:spcPts val="700"/>
              </a:spcBef>
              <a:spcAft>
                <a:spcPts val="0"/>
              </a:spcAft>
              <a:buClr>
                <a:schemeClr val="dk1"/>
              </a:buClr>
              <a:buSzPts val="1000"/>
              <a:buFont typeface="Arial"/>
              <a:buNone/>
            </a:pPr>
            <a:r>
              <a:rPr lang="en" sz="1000">
                <a:solidFill>
                  <a:schemeClr val="dk1"/>
                </a:solidFill>
                <a:latin typeface="Arial"/>
                <a:ea typeface="Arial"/>
                <a:cs typeface="Arial"/>
                <a:sym typeface="Arial"/>
              </a:rPr>
              <a:t>Clean energy</a:t>
            </a:r>
            <a:endParaRPr sz="1100"/>
          </a:p>
          <a:p>
            <a:pPr marL="0" marR="0" lvl="0" indent="0" algn="l" rtl="0">
              <a:spcBef>
                <a:spcPts val="200"/>
              </a:spcBef>
              <a:spcAft>
                <a:spcPts val="0"/>
              </a:spcAft>
              <a:buClr>
                <a:schemeClr val="dk1"/>
              </a:buClr>
              <a:buSzPts val="1000"/>
              <a:buFont typeface="Arial"/>
              <a:buNone/>
            </a:pPr>
            <a:r>
              <a:rPr lang="en" sz="1000">
                <a:solidFill>
                  <a:schemeClr val="dk1"/>
                </a:solidFill>
                <a:latin typeface="Arial"/>
                <a:ea typeface="Arial"/>
                <a:cs typeface="Arial"/>
                <a:sym typeface="Arial"/>
              </a:rPr>
              <a:t>Advanced transport</a:t>
            </a:r>
            <a:endParaRPr sz="1100"/>
          </a:p>
          <a:p>
            <a:pPr marL="0" marR="0" lvl="0" indent="0" algn="l" rtl="0">
              <a:spcBef>
                <a:spcPts val="200"/>
              </a:spcBef>
              <a:spcAft>
                <a:spcPts val="0"/>
              </a:spcAft>
              <a:buClr>
                <a:schemeClr val="dk1"/>
              </a:buClr>
              <a:buSzPts val="1000"/>
              <a:buFont typeface="Arial"/>
              <a:buNone/>
            </a:pPr>
            <a:r>
              <a:rPr lang="en" sz="1000">
                <a:solidFill>
                  <a:schemeClr val="dk1"/>
                </a:solidFill>
                <a:latin typeface="Arial"/>
                <a:ea typeface="Arial"/>
                <a:cs typeface="Arial"/>
                <a:sym typeface="Arial"/>
              </a:rPr>
              <a:t>Commodities</a:t>
            </a:r>
            <a:endParaRPr sz="1100"/>
          </a:p>
          <a:p>
            <a:pPr marL="0" marR="0" lvl="0" indent="0" algn="l" rtl="0">
              <a:spcBef>
                <a:spcPts val="200"/>
              </a:spcBef>
              <a:spcAft>
                <a:spcPts val="0"/>
              </a:spcAft>
              <a:buClr>
                <a:schemeClr val="dk1"/>
              </a:buClr>
              <a:buSzPts val="1000"/>
              <a:buFont typeface="Arial"/>
              <a:buNone/>
            </a:pPr>
            <a:r>
              <a:rPr lang="en" sz="1000">
                <a:solidFill>
                  <a:schemeClr val="dk1"/>
                </a:solidFill>
                <a:latin typeface="Arial"/>
                <a:ea typeface="Arial"/>
                <a:cs typeface="Arial"/>
                <a:sym typeface="Arial"/>
              </a:rPr>
              <a:t>Digital industry</a:t>
            </a:r>
            <a:endParaRPr sz="10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49" name="Google Shape;49;p9"/>
          <p:cNvSpPr txBox="1"/>
          <p:nvPr/>
        </p:nvSpPr>
        <p:spPr>
          <a:xfrm>
            <a:off x="384225" y="306174"/>
            <a:ext cx="2586600" cy="1486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000"/>
              <a:buFont typeface="Arial"/>
              <a:buNone/>
            </a:pPr>
            <a:r>
              <a:rPr lang="en" sz="1000">
                <a:solidFill>
                  <a:schemeClr val="dk1"/>
                </a:solidFill>
                <a:latin typeface="Arial"/>
                <a:ea typeface="Arial"/>
                <a:cs typeface="Arial"/>
                <a:sym typeface="Arial"/>
              </a:rPr>
              <a:t>Bloomberg NEF (BNEF) is a leading provider of primary research on clean energy, advanced transport, digital industry, innovative materials, and commodities.</a:t>
            </a:r>
            <a:endParaRPr sz="1100"/>
          </a:p>
          <a:p>
            <a:pPr marL="0" marR="0" lvl="0" indent="0" algn="l" rtl="0">
              <a:spcBef>
                <a:spcPts val="1000"/>
              </a:spcBef>
              <a:spcAft>
                <a:spcPts val="0"/>
              </a:spcAft>
              <a:buClr>
                <a:schemeClr val="dk1"/>
              </a:buClr>
              <a:buSzPts val="1000"/>
              <a:buFont typeface="Arial"/>
              <a:buNone/>
            </a:pPr>
            <a:r>
              <a:rPr lang="en" sz="1000">
                <a:solidFill>
                  <a:schemeClr val="dk1"/>
                </a:solidFill>
                <a:latin typeface="Arial"/>
                <a:ea typeface="Arial"/>
                <a:cs typeface="Arial"/>
                <a:sym typeface="Arial"/>
              </a:rPr>
              <a:t>BNEF’s global team leverages the world’s most sophisticated data sets to create clear perspectives and in-depth forecasts that frame the financial, economic and policy implications of industry-transforming trends and technologies. </a:t>
            </a:r>
            <a:endParaRPr sz="1100"/>
          </a:p>
          <a:p>
            <a:pPr marL="0" marR="0" lvl="0" indent="0" algn="l" rtl="0">
              <a:spcBef>
                <a:spcPts val="1000"/>
              </a:spcBef>
              <a:spcAft>
                <a:spcPts val="0"/>
              </a:spcAft>
              <a:buClr>
                <a:schemeClr val="dk1"/>
              </a:buClr>
              <a:buSzPts val="1000"/>
              <a:buFont typeface="Arial"/>
              <a:buNone/>
            </a:pPr>
            <a:r>
              <a:rPr lang="en" sz="1000">
                <a:solidFill>
                  <a:schemeClr val="dk1"/>
                </a:solidFill>
                <a:latin typeface="Arial"/>
                <a:ea typeface="Arial"/>
                <a:cs typeface="Arial"/>
                <a:sym typeface="Arial"/>
              </a:rPr>
              <a:t>BNEF research and analysis is accessible via web and mobile platforms, as well as on the Bloomberg Terminal.</a:t>
            </a:r>
            <a:endParaRPr sz="1100"/>
          </a:p>
          <a:p>
            <a:pPr marL="0" marR="0" lvl="0" indent="0" algn="l" rtl="0">
              <a:spcBef>
                <a:spcPts val="100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pic>
        <p:nvPicPr>
          <p:cNvPr id="50" name="Google Shape;50;p9">
            <a:hlinkClick r:id="rId4"/>
          </p:cNvPr>
          <p:cNvPicPr preferRelativeResize="0"/>
          <p:nvPr/>
        </p:nvPicPr>
        <p:blipFill rotWithShape="1">
          <a:blip r:embed="rId5">
            <a:alphaModFix/>
          </a:blip>
          <a:srcRect/>
          <a:stretch/>
        </p:blipFill>
        <p:spPr>
          <a:xfrm>
            <a:off x="247437" y="3619449"/>
            <a:ext cx="1019150" cy="1288251"/>
          </a:xfrm>
          <a:prstGeom prst="rect">
            <a:avLst/>
          </a:prstGeom>
          <a:noFill/>
          <a:ln>
            <a:noFill/>
          </a:ln>
        </p:spPr>
      </p:pic>
      <p:sp>
        <p:nvSpPr>
          <p:cNvPr id="51" name="Google Shape;51;p9"/>
          <p:cNvSpPr txBox="1"/>
          <p:nvPr/>
        </p:nvSpPr>
        <p:spPr>
          <a:xfrm>
            <a:off x="3278746" y="3596927"/>
            <a:ext cx="3177000" cy="9345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2"/>
              </a:buClr>
              <a:buSzPts val="1000"/>
              <a:buFont typeface="Arial"/>
              <a:buNone/>
            </a:pPr>
            <a:r>
              <a:rPr lang="en" sz="1000" b="1">
                <a:solidFill>
                  <a:schemeClr val="accent2"/>
                </a:solidFill>
                <a:latin typeface="Arial"/>
                <a:ea typeface="Arial"/>
                <a:cs typeface="Arial"/>
                <a:sym typeface="Arial"/>
              </a:rPr>
              <a:t>Client enquiries:</a:t>
            </a:r>
            <a:endParaRPr sz="1100"/>
          </a:p>
          <a:p>
            <a:pPr marL="0" marR="0" lvl="1" indent="0" algn="l" rtl="0">
              <a:spcBef>
                <a:spcPts val="300"/>
              </a:spcBef>
              <a:spcAft>
                <a:spcPts val="0"/>
              </a:spcAft>
              <a:buClr>
                <a:schemeClr val="accent2"/>
              </a:buClr>
              <a:buSzPts val="900"/>
              <a:buFont typeface="Arial"/>
              <a:buNone/>
            </a:pPr>
            <a:r>
              <a:rPr lang="en" sz="1000" b="0" i="0" u="none" strike="noStrike" cap="none">
                <a:solidFill>
                  <a:schemeClr val="dk1"/>
                </a:solidFill>
                <a:latin typeface="Arial"/>
                <a:ea typeface="Arial"/>
                <a:cs typeface="Arial"/>
                <a:sym typeface="Arial"/>
              </a:rPr>
              <a:t>Bloomberg Terminal: press </a:t>
            </a:r>
            <a:r>
              <a:rPr lang="en" sz="1000" b="0" i="0" u="sng" strike="noStrike" cap="none">
                <a:solidFill>
                  <a:schemeClr val="dk1"/>
                </a:solidFill>
                <a:latin typeface="Arial"/>
                <a:ea typeface="Arial"/>
                <a:cs typeface="Arial"/>
                <a:sym typeface="Arial"/>
                <a:hlinkClick r:id="rId6">
                  <a:extLst>
                    <a:ext uri="{A12FA001-AC4F-418D-AE19-62706E023703}">
                      <ahyp:hlinkClr xmlns:ahyp="http://schemas.microsoft.com/office/drawing/2018/hyperlinkcolor" val="tx"/>
                    </a:ext>
                  </a:extLst>
                </a:hlinkClick>
              </a:rPr>
              <a:t>&lt;Help&gt;</a:t>
            </a:r>
            <a:r>
              <a:rPr lang="en" sz="1000" b="0" i="0" u="none" strike="noStrike" cap="none">
                <a:solidFill>
                  <a:schemeClr val="dk1"/>
                </a:solidFill>
                <a:latin typeface="Arial"/>
                <a:ea typeface="Arial"/>
                <a:cs typeface="Arial"/>
                <a:sym typeface="Arial"/>
              </a:rPr>
              <a:t> key twice</a:t>
            </a:r>
            <a:endParaRPr sz="1100"/>
          </a:p>
          <a:p>
            <a:pPr marL="0" marR="0" lvl="1" indent="0" algn="l" rtl="0">
              <a:spcBef>
                <a:spcPts val="0"/>
              </a:spcBef>
              <a:spcAft>
                <a:spcPts val="0"/>
              </a:spcAft>
              <a:buClr>
                <a:schemeClr val="accent2"/>
              </a:buClr>
              <a:buSzPts val="900"/>
              <a:buFont typeface="Arial"/>
              <a:buNone/>
            </a:pPr>
            <a:r>
              <a:rPr lang="en" sz="1000" b="0" i="0" u="none" strike="noStrike" cap="none">
                <a:solidFill>
                  <a:schemeClr val="dk1"/>
                </a:solidFill>
                <a:latin typeface="Arial"/>
                <a:ea typeface="Arial"/>
                <a:cs typeface="Arial"/>
                <a:sym typeface="Arial"/>
              </a:rPr>
              <a:t>Email: </a:t>
            </a:r>
            <a:r>
              <a:rPr lang="en" sz="1000" b="0" i="0" u="sng" strike="noStrike" cap="none">
                <a:solidFill>
                  <a:schemeClr val="dk1"/>
                </a:solidFill>
                <a:latin typeface="Arial"/>
                <a:ea typeface="Arial"/>
                <a:cs typeface="Arial"/>
                <a:sym typeface="Arial"/>
                <a:hlinkClick r:id="rId7">
                  <a:extLst>
                    <a:ext uri="{A12FA001-AC4F-418D-AE19-62706E023703}">
                      <ahyp:hlinkClr xmlns:ahyp="http://schemas.microsoft.com/office/drawing/2018/hyperlinkcolor" val="tx"/>
                    </a:ext>
                  </a:extLst>
                </a:hlinkClick>
              </a:rPr>
              <a:t>support.bnef@bloomberg.net</a:t>
            </a:r>
            <a:endParaRPr sz="10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a:p>
            <a:pPr marL="0" marR="0" lvl="0" indent="0" algn="l" rtl="0">
              <a:spcBef>
                <a:spcPts val="200"/>
              </a:spcBef>
              <a:spcAft>
                <a:spcPts val="0"/>
              </a:spcAft>
              <a:buClr>
                <a:schemeClr val="accent2"/>
              </a:buClr>
              <a:buSzPts val="1000"/>
              <a:buFont typeface="Arial"/>
              <a:buNone/>
            </a:pPr>
            <a:r>
              <a:rPr lang="en" sz="1000" b="1">
                <a:solidFill>
                  <a:schemeClr val="accent2"/>
                </a:solidFill>
                <a:latin typeface="Arial"/>
                <a:ea typeface="Arial"/>
                <a:cs typeface="Arial"/>
                <a:sym typeface="Arial"/>
              </a:rPr>
              <a:t>Learn more: </a:t>
            </a:r>
            <a:endParaRPr sz="1100"/>
          </a:p>
          <a:p>
            <a:pPr marL="0" marR="0" lvl="1" indent="0" algn="l" rtl="0">
              <a:spcBef>
                <a:spcPts val="300"/>
              </a:spcBef>
              <a:spcAft>
                <a:spcPts val="0"/>
              </a:spcAft>
              <a:buClr>
                <a:schemeClr val="accent2"/>
              </a:buClr>
              <a:buSzPts val="900"/>
              <a:buFont typeface="Arial"/>
              <a:buNone/>
            </a:pPr>
            <a:r>
              <a:rPr lang="en" sz="1000" b="0" i="0" u="none" strike="noStrike" cap="none">
                <a:solidFill>
                  <a:schemeClr val="dk1"/>
                </a:solidFill>
                <a:latin typeface="Arial"/>
                <a:ea typeface="Arial"/>
                <a:cs typeface="Arial"/>
                <a:sym typeface="Arial"/>
              </a:rPr>
              <a:t>about.bnef.com | @BloombergNEF</a:t>
            </a:r>
            <a:endParaRPr sz="10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s">
  <p:cSld name="Contents">
    <p:spTree>
      <p:nvGrpSpPr>
        <p:cNvPr id="1" name="Shape 52"/>
        <p:cNvGrpSpPr/>
        <p:nvPr/>
      </p:nvGrpSpPr>
      <p:grpSpPr>
        <a:xfrm>
          <a:off x="0" y="0"/>
          <a:ext cx="0" cy="0"/>
          <a:chOff x="0" y="0"/>
          <a:chExt cx="0" cy="0"/>
        </a:xfrm>
      </p:grpSpPr>
      <p:sp>
        <p:nvSpPr>
          <p:cNvPr id="53" name="Google Shape;53;p10"/>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6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vider" type="secHead">
  <p:cSld name="SECTION_HEADER">
    <p:spTree>
      <p:nvGrpSpPr>
        <p:cNvPr id="1" name="Shape 54"/>
        <p:cNvGrpSpPr/>
        <p:nvPr/>
      </p:nvGrpSpPr>
      <p:grpSpPr>
        <a:xfrm>
          <a:off x="0" y="0"/>
          <a:ext cx="0" cy="0"/>
          <a:chOff x="0" y="0"/>
          <a:chExt cx="0" cy="0"/>
        </a:xfrm>
      </p:grpSpPr>
      <p:pic>
        <p:nvPicPr>
          <p:cNvPr id="55" name="Google Shape;55;p11"/>
          <p:cNvPicPr preferRelativeResize="0"/>
          <p:nvPr/>
        </p:nvPicPr>
        <p:blipFill rotWithShape="1">
          <a:blip r:embed="rId2">
            <a:alphaModFix/>
          </a:blip>
          <a:srcRect/>
          <a:stretch/>
        </p:blipFill>
        <p:spPr>
          <a:xfrm>
            <a:off x="6179428" y="0"/>
            <a:ext cx="2358488" cy="3796582"/>
          </a:xfrm>
          <a:prstGeom prst="rect">
            <a:avLst/>
          </a:prstGeom>
          <a:noFill/>
          <a:ln>
            <a:noFill/>
          </a:ln>
        </p:spPr>
      </p:pic>
      <p:sp>
        <p:nvSpPr>
          <p:cNvPr id="56" name="Google Shape;56;p11"/>
          <p:cNvSpPr txBox="1">
            <a:spLocks noGrp="1"/>
          </p:cNvSpPr>
          <p:nvPr>
            <p:ph type="title"/>
          </p:nvPr>
        </p:nvSpPr>
        <p:spPr>
          <a:xfrm>
            <a:off x="384225" y="499603"/>
            <a:ext cx="5481000" cy="1021500"/>
          </a:xfrm>
          <a:prstGeom prst="rect">
            <a:avLst/>
          </a:prstGeom>
          <a:noFill/>
          <a:ln>
            <a:noFill/>
          </a:ln>
        </p:spPr>
        <p:txBody>
          <a:bodyPr spcFirstLastPara="1" wrap="square" lIns="0" tIns="0" rIns="0" bIns="0" anchor="b" anchorCtr="0">
            <a:noAutofit/>
          </a:bodyPr>
          <a:lstStyle>
            <a:lvl1pPr lvl="0" algn="l">
              <a:lnSpc>
                <a:spcPct val="135416"/>
              </a:lnSpc>
              <a:spcBef>
                <a:spcPts val="0"/>
              </a:spcBef>
              <a:spcAft>
                <a:spcPts val="0"/>
              </a:spcAft>
              <a:buClr>
                <a:schemeClr val="dk1"/>
              </a:buClr>
              <a:buSzPts val="3800"/>
              <a:buFont typeface="Arial"/>
              <a:buNone/>
              <a:defRPr sz="3800" b="1"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7" name="Google Shape;57;p11"/>
          <p:cNvSpPr txBox="1">
            <a:spLocks noGrp="1"/>
          </p:cNvSpPr>
          <p:nvPr>
            <p:ph type="body" idx="1"/>
          </p:nvPr>
        </p:nvSpPr>
        <p:spPr>
          <a:xfrm>
            <a:off x="384225" y="1691576"/>
            <a:ext cx="5481000" cy="6843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700"/>
              <a:buNone/>
              <a:defRPr sz="1900" b="1">
                <a:solidFill>
                  <a:schemeClr val="accent2"/>
                </a:solidFill>
              </a:defRPr>
            </a:lvl1pPr>
            <a:lvl2pPr marL="914400" lvl="1" indent="-228600" algn="l">
              <a:spcBef>
                <a:spcPts val="200"/>
              </a:spcBef>
              <a:spcAft>
                <a:spcPts val="0"/>
              </a:spcAft>
              <a:buSzPts val="1600"/>
              <a:buNone/>
              <a:defRPr sz="1600">
                <a:solidFill>
                  <a:srgbClr val="888888"/>
                </a:solidFill>
              </a:defRPr>
            </a:lvl2pPr>
            <a:lvl3pPr marL="1371600" lvl="2" indent="-228600" algn="l">
              <a:spcBef>
                <a:spcPts val="200"/>
              </a:spcBef>
              <a:spcAft>
                <a:spcPts val="0"/>
              </a:spcAft>
              <a:buSzPts val="1400"/>
              <a:buNone/>
              <a:defRPr sz="1400">
                <a:solidFill>
                  <a:srgbClr val="888888"/>
                </a:solidFill>
              </a:defRPr>
            </a:lvl3pPr>
            <a:lvl4pPr marL="1828800" lvl="3" indent="-228600" algn="l">
              <a:spcBef>
                <a:spcPts val="200"/>
              </a:spcBef>
              <a:spcAft>
                <a:spcPts val="0"/>
              </a:spcAft>
              <a:buSzPts val="1200"/>
              <a:buNone/>
              <a:defRPr sz="1200">
                <a:solidFill>
                  <a:srgbClr val="888888"/>
                </a:solidFill>
              </a:defRPr>
            </a:lvl4pPr>
            <a:lvl5pPr marL="2286000" lvl="4" indent="-228600" algn="l">
              <a:spcBef>
                <a:spcPts val="200"/>
              </a:spcBef>
              <a:spcAft>
                <a:spcPts val="0"/>
              </a:spcAft>
              <a:buSzPts val="1200"/>
              <a:buNone/>
              <a:defRPr sz="1200">
                <a:solidFill>
                  <a:srgbClr val="888888"/>
                </a:solidFill>
              </a:defRPr>
            </a:lvl5pPr>
            <a:lvl6pPr marL="2743200" lvl="5" indent="-228600" algn="l">
              <a:spcBef>
                <a:spcPts val="200"/>
              </a:spcBef>
              <a:spcAft>
                <a:spcPts val="0"/>
              </a:spcAft>
              <a:buSzPts val="1200"/>
              <a:buNone/>
              <a:defRPr sz="1200">
                <a:solidFill>
                  <a:srgbClr val="888888"/>
                </a:solidFill>
              </a:defRPr>
            </a:lvl6pPr>
            <a:lvl7pPr marL="3200400" lvl="6" indent="-228600" algn="l">
              <a:spcBef>
                <a:spcPts val="200"/>
              </a:spcBef>
              <a:spcAft>
                <a:spcPts val="0"/>
              </a:spcAft>
              <a:buSzPts val="1200"/>
              <a:buNone/>
              <a:defRPr sz="1200">
                <a:solidFill>
                  <a:srgbClr val="888888"/>
                </a:solidFill>
              </a:defRPr>
            </a:lvl7pPr>
            <a:lvl8pPr marL="3657600" lvl="7" indent="-228600" algn="l">
              <a:spcBef>
                <a:spcPts val="200"/>
              </a:spcBef>
              <a:spcAft>
                <a:spcPts val="0"/>
              </a:spcAft>
              <a:buSzPts val="1200"/>
              <a:buNone/>
              <a:defRPr sz="1200">
                <a:solidFill>
                  <a:srgbClr val="888888"/>
                </a:solidFill>
              </a:defRPr>
            </a:lvl8pPr>
            <a:lvl9pPr marL="4114800" lvl="8" indent="-228600" algn="l">
              <a:spcBef>
                <a:spcPts val="200"/>
              </a:spcBef>
              <a:spcAft>
                <a:spcPts val="0"/>
              </a:spcAft>
              <a:buSzPts val="1200"/>
              <a:buNone/>
              <a:defRPr sz="1200">
                <a:solidFill>
                  <a:srgbClr val="888888"/>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8"/>
        <p:cNvGrpSpPr/>
        <p:nvPr/>
      </p:nvGrpSpPr>
      <p:grpSpPr>
        <a:xfrm>
          <a:off x="0" y="0"/>
          <a:ext cx="0" cy="0"/>
          <a:chOff x="0" y="0"/>
          <a:chExt cx="0" cy="0"/>
        </a:xfrm>
      </p:grpSpPr>
      <p:sp>
        <p:nvSpPr>
          <p:cNvPr id="59" name="Google Shape;59;p12"/>
          <p:cNvSpPr txBox="1">
            <a:spLocks noGrp="1"/>
          </p:cNvSpPr>
          <p:nvPr>
            <p:ph type="body" idx="1"/>
          </p:nvPr>
        </p:nvSpPr>
        <p:spPr>
          <a:xfrm>
            <a:off x="384225" y="4580473"/>
            <a:ext cx="83754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60" name="Google Shape;60;p12"/>
          <p:cNvSpPr txBox="1">
            <a:spLocks noGrp="1"/>
          </p:cNvSpPr>
          <p:nvPr>
            <p:ph type="body" idx="2"/>
          </p:nvPr>
        </p:nvSpPr>
        <p:spPr>
          <a:xfrm>
            <a:off x="384856" y="1101716"/>
            <a:ext cx="8374500" cy="3429300"/>
          </a:xfrm>
          <a:prstGeom prst="rect">
            <a:avLst/>
          </a:prstGeom>
          <a:noFill/>
          <a:ln>
            <a:noFill/>
          </a:ln>
        </p:spPr>
        <p:txBody>
          <a:bodyPr spcFirstLastPara="1" wrap="square" lIns="0" tIns="0" rIns="0" bIns="0" anchor="t" anchorCtr="0">
            <a:noAutofit/>
          </a:bodyPr>
          <a:lstStyle>
            <a:lvl1pPr marL="457200" lvl="0" indent="-292100" algn="l">
              <a:spcBef>
                <a:spcPts val="500"/>
              </a:spcBef>
              <a:spcAft>
                <a:spcPts val="0"/>
              </a:spcAft>
              <a:buSzPts val="10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61" name="Google Shape;61;p12"/>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no source)">
  <p:cSld name="Title and Content (no source)">
    <p:spTree>
      <p:nvGrpSpPr>
        <p:cNvPr id="1" name="Shape 62"/>
        <p:cNvGrpSpPr/>
        <p:nvPr/>
      </p:nvGrpSpPr>
      <p:grpSpPr>
        <a:xfrm>
          <a:off x="0" y="0"/>
          <a:ext cx="0" cy="0"/>
          <a:chOff x="0" y="0"/>
          <a:chExt cx="0" cy="0"/>
        </a:xfrm>
      </p:grpSpPr>
      <p:sp>
        <p:nvSpPr>
          <p:cNvPr id="63" name="Google Shape;63;p13"/>
          <p:cNvSpPr txBox="1">
            <a:spLocks noGrp="1"/>
          </p:cNvSpPr>
          <p:nvPr>
            <p:ph type="body" idx="1"/>
          </p:nvPr>
        </p:nvSpPr>
        <p:spPr>
          <a:xfrm>
            <a:off x="384856" y="1101715"/>
            <a:ext cx="8374500" cy="3429300"/>
          </a:xfrm>
          <a:prstGeom prst="rect">
            <a:avLst/>
          </a:prstGeom>
          <a:noFill/>
          <a:ln>
            <a:noFill/>
          </a:ln>
        </p:spPr>
        <p:txBody>
          <a:bodyPr spcFirstLastPara="1" wrap="square" lIns="0" tIns="0" rIns="0" bIns="0" anchor="t" anchorCtr="0">
            <a:noAutofit/>
          </a:bodyPr>
          <a:lstStyle>
            <a:lvl1pPr marL="457200" lvl="0" indent="-292100" algn="l">
              <a:spcBef>
                <a:spcPts val="500"/>
              </a:spcBef>
              <a:spcAft>
                <a:spcPts val="0"/>
              </a:spcAft>
              <a:buSzPts val="10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64" name="Google Shape;64;p13"/>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65"/>
        <p:cNvGrpSpPr/>
        <p:nvPr/>
      </p:nvGrpSpPr>
      <p:grpSpPr>
        <a:xfrm>
          <a:off x="0" y="0"/>
          <a:ext cx="0" cy="0"/>
          <a:chOff x="0" y="0"/>
          <a:chExt cx="0" cy="0"/>
        </a:xfrm>
      </p:grpSpPr>
      <p:sp>
        <p:nvSpPr>
          <p:cNvPr id="66" name="Google Shape;66;p14"/>
          <p:cNvSpPr txBox="1">
            <a:spLocks noGrp="1"/>
          </p:cNvSpPr>
          <p:nvPr>
            <p:ph type="body" idx="1"/>
          </p:nvPr>
        </p:nvSpPr>
        <p:spPr>
          <a:xfrm>
            <a:off x="4726499" y="4580558"/>
            <a:ext cx="40332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67" name="Google Shape;67;p14"/>
          <p:cNvSpPr txBox="1">
            <a:spLocks noGrp="1"/>
          </p:cNvSpPr>
          <p:nvPr>
            <p:ph type="body" idx="2"/>
          </p:nvPr>
        </p:nvSpPr>
        <p:spPr>
          <a:xfrm>
            <a:off x="384225" y="4580558"/>
            <a:ext cx="40332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68" name="Google Shape;68;p14"/>
          <p:cNvSpPr txBox="1">
            <a:spLocks noGrp="1"/>
          </p:cNvSpPr>
          <p:nvPr>
            <p:ph type="body" idx="3"/>
          </p:nvPr>
        </p:nvSpPr>
        <p:spPr>
          <a:xfrm>
            <a:off x="384225" y="1101715"/>
            <a:ext cx="4033200" cy="3429300"/>
          </a:xfrm>
          <a:prstGeom prst="rect">
            <a:avLst/>
          </a:prstGeom>
          <a:noFill/>
          <a:ln>
            <a:noFill/>
          </a:ln>
        </p:spPr>
        <p:txBody>
          <a:bodyPr spcFirstLastPara="1" wrap="square" lIns="0" tIns="0" rIns="0" bIns="0" anchor="t" anchorCtr="0">
            <a:noAutofit/>
          </a:bodyPr>
          <a:lstStyle>
            <a:lvl1pPr marL="457200" lvl="0" indent="-292100" algn="l">
              <a:spcBef>
                <a:spcPts val="500"/>
              </a:spcBef>
              <a:spcAft>
                <a:spcPts val="0"/>
              </a:spcAft>
              <a:buSzPts val="10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69" name="Google Shape;69;p14"/>
          <p:cNvSpPr txBox="1">
            <a:spLocks noGrp="1"/>
          </p:cNvSpPr>
          <p:nvPr>
            <p:ph type="body" idx="4"/>
          </p:nvPr>
        </p:nvSpPr>
        <p:spPr>
          <a:xfrm>
            <a:off x="4726028" y="1101715"/>
            <a:ext cx="4033200" cy="3429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70" name="Google Shape;70;p14"/>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Boxes">
  <p:cSld name="Two Boxes">
    <p:spTree>
      <p:nvGrpSpPr>
        <p:cNvPr id="1" name="Shape 71"/>
        <p:cNvGrpSpPr/>
        <p:nvPr/>
      </p:nvGrpSpPr>
      <p:grpSpPr>
        <a:xfrm>
          <a:off x="0" y="0"/>
          <a:ext cx="0" cy="0"/>
          <a:chOff x="0" y="0"/>
          <a:chExt cx="0" cy="0"/>
        </a:xfrm>
      </p:grpSpPr>
      <p:sp>
        <p:nvSpPr>
          <p:cNvPr id="72" name="Google Shape;72;p15"/>
          <p:cNvSpPr txBox="1">
            <a:spLocks noGrp="1"/>
          </p:cNvSpPr>
          <p:nvPr>
            <p:ph type="body" idx="1"/>
          </p:nvPr>
        </p:nvSpPr>
        <p:spPr>
          <a:xfrm>
            <a:off x="4726499" y="4580473"/>
            <a:ext cx="40332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73" name="Google Shape;73;p15"/>
          <p:cNvSpPr txBox="1">
            <a:spLocks noGrp="1"/>
          </p:cNvSpPr>
          <p:nvPr>
            <p:ph type="body" idx="2"/>
          </p:nvPr>
        </p:nvSpPr>
        <p:spPr>
          <a:xfrm>
            <a:off x="384225" y="4580473"/>
            <a:ext cx="40332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74" name="Google Shape;74;p15"/>
          <p:cNvSpPr txBox="1">
            <a:spLocks noGrp="1"/>
          </p:cNvSpPr>
          <p:nvPr>
            <p:ph type="body" idx="3"/>
          </p:nvPr>
        </p:nvSpPr>
        <p:spPr>
          <a:xfrm>
            <a:off x="384225" y="1101979"/>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75" name="Google Shape;75;p15"/>
          <p:cNvSpPr txBox="1">
            <a:spLocks noGrp="1"/>
          </p:cNvSpPr>
          <p:nvPr>
            <p:ph type="body" idx="4"/>
          </p:nvPr>
        </p:nvSpPr>
        <p:spPr>
          <a:xfrm>
            <a:off x="4724745" y="1101979"/>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76" name="Google Shape;76;p15"/>
          <p:cNvSpPr txBox="1">
            <a:spLocks noGrp="1"/>
          </p:cNvSpPr>
          <p:nvPr>
            <p:ph type="body" idx="5"/>
          </p:nvPr>
        </p:nvSpPr>
        <p:spPr>
          <a:xfrm>
            <a:off x="384225" y="1395911"/>
            <a:ext cx="40332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77" name="Google Shape;77;p15"/>
          <p:cNvSpPr txBox="1">
            <a:spLocks noGrp="1"/>
          </p:cNvSpPr>
          <p:nvPr>
            <p:ph type="body" idx="6"/>
          </p:nvPr>
        </p:nvSpPr>
        <p:spPr>
          <a:xfrm>
            <a:off x="4726028" y="1395911"/>
            <a:ext cx="40332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78" name="Google Shape;78;p15"/>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Boxes">
  <p:cSld name="Four Boxes">
    <p:spTree>
      <p:nvGrpSpPr>
        <p:cNvPr id="1" name="Shape 79"/>
        <p:cNvGrpSpPr/>
        <p:nvPr/>
      </p:nvGrpSpPr>
      <p:grpSpPr>
        <a:xfrm>
          <a:off x="0" y="0"/>
          <a:ext cx="0" cy="0"/>
          <a:chOff x="0" y="0"/>
          <a:chExt cx="0" cy="0"/>
        </a:xfrm>
      </p:grpSpPr>
      <p:sp>
        <p:nvSpPr>
          <p:cNvPr id="80" name="Google Shape;80;p16"/>
          <p:cNvSpPr txBox="1">
            <a:spLocks noGrp="1"/>
          </p:cNvSpPr>
          <p:nvPr>
            <p:ph type="body" idx="1"/>
          </p:nvPr>
        </p:nvSpPr>
        <p:spPr>
          <a:xfrm>
            <a:off x="384225" y="1395911"/>
            <a:ext cx="40332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81" name="Google Shape;81;p16"/>
          <p:cNvSpPr txBox="1">
            <a:spLocks noGrp="1"/>
          </p:cNvSpPr>
          <p:nvPr>
            <p:ph type="body" idx="2"/>
          </p:nvPr>
        </p:nvSpPr>
        <p:spPr>
          <a:xfrm>
            <a:off x="4726028" y="1395911"/>
            <a:ext cx="40332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82" name="Google Shape;82;p16"/>
          <p:cNvSpPr txBox="1">
            <a:spLocks noGrp="1"/>
          </p:cNvSpPr>
          <p:nvPr>
            <p:ph type="body" idx="3"/>
          </p:nvPr>
        </p:nvSpPr>
        <p:spPr>
          <a:xfrm>
            <a:off x="384225" y="3209145"/>
            <a:ext cx="40332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83" name="Google Shape;83;p16"/>
          <p:cNvSpPr txBox="1">
            <a:spLocks noGrp="1"/>
          </p:cNvSpPr>
          <p:nvPr>
            <p:ph type="body" idx="4"/>
          </p:nvPr>
        </p:nvSpPr>
        <p:spPr>
          <a:xfrm>
            <a:off x="4726028" y="3209145"/>
            <a:ext cx="40332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84" name="Google Shape;84;p16"/>
          <p:cNvSpPr txBox="1">
            <a:spLocks noGrp="1"/>
          </p:cNvSpPr>
          <p:nvPr>
            <p:ph type="body" idx="5"/>
          </p:nvPr>
        </p:nvSpPr>
        <p:spPr>
          <a:xfrm>
            <a:off x="384225" y="1102147"/>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85" name="Google Shape;85;p16"/>
          <p:cNvSpPr txBox="1">
            <a:spLocks noGrp="1"/>
          </p:cNvSpPr>
          <p:nvPr>
            <p:ph type="body" idx="6"/>
          </p:nvPr>
        </p:nvSpPr>
        <p:spPr>
          <a:xfrm>
            <a:off x="4724745" y="1102147"/>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86" name="Google Shape;86;p16"/>
          <p:cNvSpPr txBox="1">
            <a:spLocks noGrp="1"/>
          </p:cNvSpPr>
          <p:nvPr>
            <p:ph type="body" idx="7"/>
          </p:nvPr>
        </p:nvSpPr>
        <p:spPr>
          <a:xfrm>
            <a:off x="384225" y="2914730"/>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87" name="Google Shape;87;p16"/>
          <p:cNvSpPr txBox="1">
            <a:spLocks noGrp="1"/>
          </p:cNvSpPr>
          <p:nvPr>
            <p:ph type="body" idx="8"/>
          </p:nvPr>
        </p:nvSpPr>
        <p:spPr>
          <a:xfrm>
            <a:off x="4724745" y="2914730"/>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88" name="Google Shape;88;p16"/>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x Boxes">
  <p:cSld name="Six Boxes">
    <p:spTree>
      <p:nvGrpSpPr>
        <p:cNvPr id="1" name="Shape 89"/>
        <p:cNvGrpSpPr/>
        <p:nvPr/>
      </p:nvGrpSpPr>
      <p:grpSpPr>
        <a:xfrm>
          <a:off x="0" y="0"/>
          <a:ext cx="0" cy="0"/>
          <a:chOff x="0" y="0"/>
          <a:chExt cx="0" cy="0"/>
        </a:xfrm>
      </p:grpSpPr>
      <p:sp>
        <p:nvSpPr>
          <p:cNvPr id="90" name="Google Shape;90;p17"/>
          <p:cNvSpPr txBox="1">
            <a:spLocks noGrp="1"/>
          </p:cNvSpPr>
          <p:nvPr>
            <p:ph type="body" idx="1"/>
          </p:nvPr>
        </p:nvSpPr>
        <p:spPr>
          <a:xfrm>
            <a:off x="6173396" y="1395911"/>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91" name="Google Shape;91;p17"/>
          <p:cNvSpPr txBox="1">
            <a:spLocks noGrp="1"/>
          </p:cNvSpPr>
          <p:nvPr>
            <p:ph type="body" idx="2"/>
          </p:nvPr>
        </p:nvSpPr>
        <p:spPr>
          <a:xfrm>
            <a:off x="3278810" y="1395911"/>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92" name="Google Shape;92;p17"/>
          <p:cNvSpPr txBox="1">
            <a:spLocks noGrp="1"/>
          </p:cNvSpPr>
          <p:nvPr>
            <p:ph type="body" idx="3"/>
          </p:nvPr>
        </p:nvSpPr>
        <p:spPr>
          <a:xfrm>
            <a:off x="384225" y="1395911"/>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93" name="Google Shape;93;p17"/>
          <p:cNvSpPr txBox="1">
            <a:spLocks noGrp="1"/>
          </p:cNvSpPr>
          <p:nvPr>
            <p:ph type="body" idx="4"/>
          </p:nvPr>
        </p:nvSpPr>
        <p:spPr>
          <a:xfrm>
            <a:off x="6173396" y="3208702"/>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94" name="Google Shape;94;p17"/>
          <p:cNvSpPr txBox="1">
            <a:spLocks noGrp="1"/>
          </p:cNvSpPr>
          <p:nvPr>
            <p:ph type="body" idx="5"/>
          </p:nvPr>
        </p:nvSpPr>
        <p:spPr>
          <a:xfrm>
            <a:off x="3278810" y="3208702"/>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95" name="Google Shape;95;p17"/>
          <p:cNvSpPr txBox="1">
            <a:spLocks noGrp="1"/>
          </p:cNvSpPr>
          <p:nvPr>
            <p:ph type="body" idx="6"/>
          </p:nvPr>
        </p:nvSpPr>
        <p:spPr>
          <a:xfrm>
            <a:off x="384225" y="3208702"/>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96" name="Google Shape;96;p17"/>
          <p:cNvSpPr txBox="1">
            <a:spLocks noGrp="1"/>
          </p:cNvSpPr>
          <p:nvPr>
            <p:ph type="body" idx="7"/>
          </p:nvPr>
        </p:nvSpPr>
        <p:spPr>
          <a:xfrm>
            <a:off x="384225" y="1102776"/>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97" name="Google Shape;97;p17"/>
          <p:cNvSpPr txBox="1">
            <a:spLocks noGrp="1"/>
          </p:cNvSpPr>
          <p:nvPr>
            <p:ph type="body" idx="8"/>
          </p:nvPr>
        </p:nvSpPr>
        <p:spPr>
          <a:xfrm>
            <a:off x="3278810" y="1102776"/>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98" name="Google Shape;98;p17"/>
          <p:cNvSpPr txBox="1">
            <a:spLocks noGrp="1"/>
          </p:cNvSpPr>
          <p:nvPr>
            <p:ph type="body" idx="9"/>
          </p:nvPr>
        </p:nvSpPr>
        <p:spPr>
          <a:xfrm>
            <a:off x="6173396" y="1102776"/>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99" name="Google Shape;99;p17"/>
          <p:cNvSpPr txBox="1">
            <a:spLocks noGrp="1"/>
          </p:cNvSpPr>
          <p:nvPr>
            <p:ph type="body" idx="13"/>
          </p:nvPr>
        </p:nvSpPr>
        <p:spPr>
          <a:xfrm>
            <a:off x="384225" y="2914730"/>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00" name="Google Shape;100;p17"/>
          <p:cNvSpPr txBox="1">
            <a:spLocks noGrp="1"/>
          </p:cNvSpPr>
          <p:nvPr>
            <p:ph type="body" idx="14"/>
          </p:nvPr>
        </p:nvSpPr>
        <p:spPr>
          <a:xfrm>
            <a:off x="3278810" y="2914730"/>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01" name="Google Shape;101;p17"/>
          <p:cNvSpPr txBox="1">
            <a:spLocks noGrp="1"/>
          </p:cNvSpPr>
          <p:nvPr>
            <p:ph type="body" idx="15"/>
          </p:nvPr>
        </p:nvSpPr>
        <p:spPr>
          <a:xfrm>
            <a:off x="6173396" y="2914730"/>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02" name="Google Shape;102;p17"/>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Thirds – One Third">
  <p:cSld name="Two Thirds – One Third">
    <p:spTree>
      <p:nvGrpSpPr>
        <p:cNvPr id="1" name="Shape 103"/>
        <p:cNvGrpSpPr/>
        <p:nvPr/>
      </p:nvGrpSpPr>
      <p:grpSpPr>
        <a:xfrm>
          <a:off x="0" y="0"/>
          <a:ext cx="0" cy="0"/>
          <a:chOff x="0" y="0"/>
          <a:chExt cx="0" cy="0"/>
        </a:xfrm>
      </p:grpSpPr>
      <p:sp>
        <p:nvSpPr>
          <p:cNvPr id="104" name="Google Shape;104;p18"/>
          <p:cNvSpPr txBox="1">
            <a:spLocks noGrp="1"/>
          </p:cNvSpPr>
          <p:nvPr>
            <p:ph type="body" idx="1"/>
          </p:nvPr>
        </p:nvSpPr>
        <p:spPr>
          <a:xfrm>
            <a:off x="384225" y="1101715"/>
            <a:ext cx="5481000" cy="3429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05" name="Google Shape;105;p18"/>
          <p:cNvSpPr txBox="1">
            <a:spLocks noGrp="1"/>
          </p:cNvSpPr>
          <p:nvPr>
            <p:ph type="body" idx="2"/>
          </p:nvPr>
        </p:nvSpPr>
        <p:spPr>
          <a:xfrm>
            <a:off x="6173396" y="1101715"/>
            <a:ext cx="2586600" cy="3429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06" name="Google Shape;106;p18"/>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and Quote">
  <p:cSld name="Picture and Quote">
    <p:spTree>
      <p:nvGrpSpPr>
        <p:cNvPr id="1" name="Shape 107"/>
        <p:cNvGrpSpPr/>
        <p:nvPr/>
      </p:nvGrpSpPr>
      <p:grpSpPr>
        <a:xfrm>
          <a:off x="0" y="0"/>
          <a:ext cx="0" cy="0"/>
          <a:chOff x="0" y="0"/>
          <a:chExt cx="0" cy="0"/>
        </a:xfrm>
      </p:grpSpPr>
      <p:sp>
        <p:nvSpPr>
          <p:cNvPr id="108" name="Google Shape;108;p19"/>
          <p:cNvSpPr>
            <a:spLocks noGrp="1"/>
          </p:cNvSpPr>
          <p:nvPr>
            <p:ph type="pic" idx="2"/>
          </p:nvPr>
        </p:nvSpPr>
        <p:spPr>
          <a:xfrm>
            <a:off x="4386682" y="-7348"/>
            <a:ext cx="4757400" cy="4492500"/>
          </a:xfrm>
          <a:prstGeom prst="rect">
            <a:avLst/>
          </a:prstGeom>
          <a:solidFill>
            <a:schemeClr val="lt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lvl1pPr lvl="0">
              <a:spcBef>
                <a:spcPts val="0"/>
              </a:spcBef>
              <a:spcAft>
                <a:spcPts val="0"/>
              </a:spcAft>
              <a:buSzPts val="26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1"/>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lvl1pPr marL="457200" lvl="0" indent="-292100">
              <a:spcBef>
                <a:spcPts val="500"/>
              </a:spcBef>
              <a:spcAft>
                <a:spcPts val="0"/>
              </a:spcAft>
              <a:buSzPts val="1000"/>
              <a:buChar char="●"/>
              <a:defRPr/>
            </a:lvl1pPr>
            <a:lvl2pPr marL="914400" lvl="1" indent="-298450">
              <a:spcBef>
                <a:spcPts val="200"/>
              </a:spcBef>
              <a:spcAft>
                <a:spcPts val="0"/>
              </a:spcAft>
              <a:buSzPts val="1100"/>
              <a:buChar char="–"/>
              <a:defRPr/>
            </a:lvl2pPr>
            <a:lvl3pPr marL="1371600" lvl="2" indent="-298450">
              <a:spcBef>
                <a:spcPts val="200"/>
              </a:spcBef>
              <a:spcAft>
                <a:spcPts val="0"/>
              </a:spcAft>
              <a:buSzPts val="1100"/>
              <a:buChar char="•"/>
              <a:defRPr/>
            </a:lvl3pPr>
            <a:lvl4pPr marL="1828800" lvl="3" indent="-298450">
              <a:spcBef>
                <a:spcPts val="200"/>
              </a:spcBef>
              <a:spcAft>
                <a:spcPts val="0"/>
              </a:spcAft>
              <a:buSzPts val="1100"/>
              <a:buChar char="–"/>
              <a:defRPr/>
            </a:lvl4pPr>
            <a:lvl5pPr marL="2286000" lvl="4" indent="-298450">
              <a:spcBef>
                <a:spcPts val="200"/>
              </a:spcBef>
              <a:spcAft>
                <a:spcPts val="0"/>
              </a:spcAft>
              <a:buSzPts val="1100"/>
              <a:buChar char="•"/>
              <a:defRPr/>
            </a:lvl5pPr>
            <a:lvl6pPr marL="2743200" lvl="5" indent="-298450">
              <a:spcBef>
                <a:spcPts val="200"/>
              </a:spcBef>
              <a:spcAft>
                <a:spcPts val="0"/>
              </a:spcAft>
              <a:buSzPts val="1100"/>
              <a:buChar char="–"/>
              <a:defRPr/>
            </a:lvl6pPr>
            <a:lvl7pPr marL="3200400" lvl="6" indent="-298450">
              <a:spcBef>
                <a:spcPts val="200"/>
              </a:spcBef>
              <a:spcAft>
                <a:spcPts val="0"/>
              </a:spcAft>
              <a:buSzPts val="1100"/>
              <a:buChar char="•"/>
              <a:defRPr/>
            </a:lvl7pPr>
            <a:lvl8pPr marL="3657600" lvl="7" indent="-298450">
              <a:spcBef>
                <a:spcPts val="200"/>
              </a:spcBef>
              <a:spcAft>
                <a:spcPts val="0"/>
              </a:spcAft>
              <a:buSzPts val="1100"/>
              <a:buChar char="–"/>
              <a:defRPr/>
            </a:lvl8pPr>
            <a:lvl9pPr marL="4114800" lvl="8" indent="-298450">
              <a:spcBef>
                <a:spcPts val="200"/>
              </a:spcBef>
              <a:spcAft>
                <a:spcPts val="0"/>
              </a:spcAft>
              <a:buSzPts val="1100"/>
              <a:buChar char="•"/>
              <a:defRPr/>
            </a:lvl9pPr>
          </a:lstStyle>
          <a:p>
            <a:endParaRPr/>
          </a:p>
        </p:txBody>
      </p:sp>
      <p:sp>
        <p:nvSpPr>
          <p:cNvPr id="114" name="Google Shape;114;p21"/>
          <p:cNvSpPr txBox="1">
            <a:spLocks noGrp="1"/>
          </p:cNvSpPr>
          <p:nvPr>
            <p:ph type="sldNum" idx="12"/>
          </p:nvPr>
        </p:nvSpPr>
        <p:spPr>
          <a:xfrm>
            <a:off x="8472458" y="4663217"/>
            <a:ext cx="548700" cy="393600"/>
          </a:xfrm>
          <a:prstGeom prst="rect">
            <a:avLst/>
          </a:prstGeom>
          <a:noFill/>
          <a:ln>
            <a:noFill/>
          </a:ln>
        </p:spPr>
        <p:txBody>
          <a:bodyPr spcFirstLastPara="1" wrap="square" lIns="83550" tIns="83550" rIns="83550" bIns="83550" anchor="ctr" anchorCtr="0">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23"/>
        <p:cNvGrpSpPr/>
        <p:nvPr/>
      </p:nvGrpSpPr>
      <p:grpSpPr>
        <a:xfrm>
          <a:off x="0" y="0"/>
          <a:ext cx="0" cy="0"/>
          <a:chOff x="0" y="0"/>
          <a:chExt cx="0" cy="0"/>
        </a:xfrm>
      </p:grpSpPr>
      <p:pic>
        <p:nvPicPr>
          <p:cNvPr id="124" name="Google Shape;124;p23"/>
          <p:cNvPicPr preferRelativeResize="0"/>
          <p:nvPr/>
        </p:nvPicPr>
        <p:blipFill rotWithShape="1">
          <a:blip r:embed="rId2">
            <a:alphaModFix/>
          </a:blip>
          <a:srcRect t="1793" b="1793"/>
          <a:stretch/>
        </p:blipFill>
        <p:spPr>
          <a:xfrm>
            <a:off x="0" y="-1"/>
            <a:ext cx="7274691" cy="5143499"/>
          </a:xfrm>
          <a:prstGeom prst="rect">
            <a:avLst/>
          </a:prstGeom>
          <a:noFill/>
          <a:ln>
            <a:noFill/>
          </a:ln>
        </p:spPr>
      </p:pic>
      <p:sp>
        <p:nvSpPr>
          <p:cNvPr id="125" name="Google Shape;125;p23"/>
          <p:cNvSpPr/>
          <p:nvPr/>
        </p:nvSpPr>
        <p:spPr>
          <a:xfrm>
            <a:off x="5645971" y="0"/>
            <a:ext cx="3498000" cy="2584200"/>
          </a:xfrm>
          <a:prstGeom prst="rect">
            <a:avLst/>
          </a:prstGeom>
          <a:noFill/>
          <a:ln>
            <a:noFill/>
          </a:ln>
        </p:spPr>
        <p:txBody>
          <a:bodyPr spcFirstLastPara="1" wrap="square" lIns="72850" tIns="36425" rIns="72850" bIns="36425" anchor="ctr" anchorCtr="0">
            <a:noAutofit/>
          </a:bodyPr>
          <a:lstStyle/>
          <a:p>
            <a:pPr marL="0" marR="0" lvl="0" indent="0" algn="ctr" rtl="0">
              <a:spcBef>
                <a:spcPts val="0"/>
              </a:spcBef>
              <a:spcAft>
                <a:spcPts val="0"/>
              </a:spcAft>
              <a:buClr>
                <a:schemeClr val="dk1"/>
              </a:buClr>
              <a:buSzPts val="1000"/>
              <a:buFont typeface="Arial"/>
              <a:buNone/>
            </a:pPr>
            <a:endParaRPr sz="1000" b="0" i="0" u="none" strike="noStrike" cap="none">
              <a:solidFill>
                <a:schemeClr val="lt1"/>
              </a:solidFill>
              <a:latin typeface="Arial"/>
              <a:ea typeface="Arial"/>
              <a:cs typeface="Arial"/>
              <a:sym typeface="Arial"/>
            </a:endParaRPr>
          </a:p>
        </p:txBody>
      </p:sp>
      <p:pic>
        <p:nvPicPr>
          <p:cNvPr id="126" name="Google Shape;126;p23"/>
          <p:cNvPicPr preferRelativeResize="0"/>
          <p:nvPr/>
        </p:nvPicPr>
        <p:blipFill rotWithShape="1">
          <a:blip r:embed="rId3">
            <a:alphaModFix/>
          </a:blip>
          <a:srcRect t="2812" b="2812"/>
          <a:stretch/>
        </p:blipFill>
        <p:spPr>
          <a:xfrm>
            <a:off x="0" y="0"/>
            <a:ext cx="7274691" cy="5143499"/>
          </a:xfrm>
          <a:prstGeom prst="rect">
            <a:avLst/>
          </a:prstGeom>
          <a:noFill/>
          <a:ln>
            <a:noFill/>
          </a:ln>
        </p:spPr>
      </p:pic>
      <p:grpSp>
        <p:nvGrpSpPr>
          <p:cNvPr id="127" name="Google Shape;127;p23"/>
          <p:cNvGrpSpPr/>
          <p:nvPr/>
        </p:nvGrpSpPr>
        <p:grpSpPr>
          <a:xfrm>
            <a:off x="-17651" y="-17"/>
            <a:ext cx="9161774" cy="5143620"/>
            <a:chOff x="-20638" y="-25"/>
            <a:chExt cx="10733100" cy="7559700"/>
          </a:xfrm>
        </p:grpSpPr>
        <p:cxnSp>
          <p:nvCxnSpPr>
            <p:cNvPr id="128" name="Google Shape;128;p23"/>
            <p:cNvCxnSpPr/>
            <p:nvPr/>
          </p:nvCxnSpPr>
          <p:spPr>
            <a:xfrm>
              <a:off x="-20638" y="3802697"/>
              <a:ext cx="10733100" cy="0"/>
            </a:xfrm>
            <a:prstGeom prst="straightConnector1">
              <a:avLst/>
            </a:prstGeom>
            <a:noFill/>
            <a:ln w="10125" cap="flat" cmpd="sng">
              <a:solidFill>
                <a:srgbClr val="D0D0D0"/>
              </a:solidFill>
              <a:prstDash val="solid"/>
              <a:miter lim="800000"/>
              <a:headEnd type="none" w="med" len="med"/>
              <a:tailEnd type="none" w="med" len="med"/>
            </a:ln>
          </p:spPr>
        </p:cxnSp>
        <p:cxnSp>
          <p:nvCxnSpPr>
            <p:cNvPr id="129" name="Google Shape;129;p23"/>
            <p:cNvCxnSpPr/>
            <p:nvPr/>
          </p:nvCxnSpPr>
          <p:spPr>
            <a:xfrm rot="10800000" flipH="1">
              <a:off x="5085818" y="-25"/>
              <a:ext cx="3168300" cy="7559700"/>
            </a:xfrm>
            <a:prstGeom prst="straightConnector1">
              <a:avLst/>
            </a:prstGeom>
            <a:noFill/>
            <a:ln w="10125" cap="flat" cmpd="sng">
              <a:solidFill>
                <a:srgbClr val="D0D0D0"/>
              </a:solidFill>
              <a:prstDash val="solid"/>
              <a:miter lim="800000"/>
              <a:headEnd type="none" w="med" len="med"/>
              <a:tailEnd type="none" w="med" len="med"/>
            </a:ln>
          </p:spPr>
        </p:cxnSp>
      </p:grpSp>
      <p:pic>
        <p:nvPicPr>
          <p:cNvPr id="130" name="Google Shape;130;p23"/>
          <p:cNvPicPr preferRelativeResize="0"/>
          <p:nvPr/>
        </p:nvPicPr>
        <p:blipFill rotWithShape="1">
          <a:blip r:embed="rId4">
            <a:alphaModFix/>
          </a:blip>
          <a:srcRect/>
          <a:stretch/>
        </p:blipFill>
        <p:spPr>
          <a:xfrm rot="5400000">
            <a:off x="7878343" y="3889470"/>
            <a:ext cx="1778259" cy="258202"/>
          </a:xfrm>
          <a:prstGeom prst="rect">
            <a:avLst/>
          </a:prstGeom>
          <a:noFill/>
          <a:ln>
            <a:noFill/>
          </a:ln>
        </p:spPr>
      </p:pic>
      <p:sp>
        <p:nvSpPr>
          <p:cNvPr id="131" name="Google Shape;131;p23"/>
          <p:cNvSpPr txBox="1">
            <a:spLocks noGrp="1"/>
          </p:cNvSpPr>
          <p:nvPr>
            <p:ph type="ctrTitle"/>
          </p:nvPr>
        </p:nvSpPr>
        <p:spPr>
          <a:xfrm>
            <a:off x="384225" y="1444905"/>
            <a:ext cx="5295600" cy="1102500"/>
          </a:xfrm>
          <a:prstGeom prst="rect">
            <a:avLst/>
          </a:prstGeom>
          <a:noFill/>
          <a:ln>
            <a:noFill/>
          </a:ln>
        </p:spPr>
        <p:txBody>
          <a:bodyPr spcFirstLastPara="1" wrap="square" lIns="0" tIns="0" rIns="0" bIns="28700" anchor="b" anchorCtr="0">
            <a:noAutofit/>
          </a:bodyPr>
          <a:lstStyle>
            <a:lvl1pPr lvl="0" algn="l">
              <a:lnSpc>
                <a:spcPct val="90000"/>
              </a:lnSpc>
              <a:spcBef>
                <a:spcPts val="0"/>
              </a:spcBef>
              <a:spcAft>
                <a:spcPts val="0"/>
              </a:spcAft>
              <a:buClr>
                <a:schemeClr val="dk1"/>
              </a:buClr>
              <a:buSzPts val="3800"/>
              <a:buFont typeface="Arial"/>
              <a:buNone/>
              <a:defRPr sz="38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2" name="Google Shape;132;p23"/>
          <p:cNvSpPr txBox="1">
            <a:spLocks noGrp="1"/>
          </p:cNvSpPr>
          <p:nvPr>
            <p:ph type="subTitle" idx="1"/>
          </p:nvPr>
        </p:nvSpPr>
        <p:spPr>
          <a:xfrm>
            <a:off x="355311" y="2718646"/>
            <a:ext cx="4680900" cy="426300"/>
          </a:xfrm>
          <a:prstGeom prst="rect">
            <a:avLst/>
          </a:prstGeom>
          <a:solidFill>
            <a:schemeClr val="lt1">
              <a:alpha val="49800"/>
            </a:schemeClr>
          </a:solidFill>
          <a:ln>
            <a:noFill/>
          </a:ln>
        </p:spPr>
        <p:txBody>
          <a:bodyPr spcFirstLastPara="1" wrap="square" lIns="28700" tIns="28700" rIns="28700" bIns="28700" anchor="t" anchorCtr="0">
            <a:spAutoFit/>
          </a:bodyPr>
          <a:lstStyle>
            <a:lvl1pPr lvl="0" algn="l">
              <a:spcBef>
                <a:spcPts val="0"/>
              </a:spcBef>
              <a:spcAft>
                <a:spcPts val="0"/>
              </a:spcAft>
              <a:buSzPts val="1300"/>
              <a:buNone/>
              <a:defRPr sz="1400" b="1">
                <a:solidFill>
                  <a:schemeClr val="accent2"/>
                </a:solidFill>
              </a:defRPr>
            </a:lvl1pPr>
            <a:lvl2pPr lvl="1" algn="ctr">
              <a:spcBef>
                <a:spcPts val="200"/>
              </a:spcBef>
              <a:spcAft>
                <a:spcPts val="0"/>
              </a:spcAft>
              <a:buSzPts val="1100"/>
              <a:buNone/>
              <a:defRPr>
                <a:solidFill>
                  <a:srgbClr val="888888"/>
                </a:solidFill>
              </a:defRPr>
            </a:lvl2pPr>
            <a:lvl3pPr lvl="2" algn="ctr">
              <a:spcBef>
                <a:spcPts val="200"/>
              </a:spcBef>
              <a:spcAft>
                <a:spcPts val="0"/>
              </a:spcAft>
              <a:buSzPts val="1100"/>
              <a:buNone/>
              <a:defRPr>
                <a:solidFill>
                  <a:srgbClr val="888888"/>
                </a:solidFill>
              </a:defRPr>
            </a:lvl3pPr>
            <a:lvl4pPr lvl="3" algn="ctr">
              <a:spcBef>
                <a:spcPts val="200"/>
              </a:spcBef>
              <a:spcAft>
                <a:spcPts val="0"/>
              </a:spcAft>
              <a:buSzPts val="1100"/>
              <a:buNone/>
              <a:defRPr>
                <a:solidFill>
                  <a:srgbClr val="888888"/>
                </a:solidFill>
              </a:defRPr>
            </a:lvl4pPr>
            <a:lvl5pPr lvl="4" algn="ctr">
              <a:spcBef>
                <a:spcPts val="200"/>
              </a:spcBef>
              <a:spcAft>
                <a:spcPts val="0"/>
              </a:spcAft>
              <a:buSzPts val="1100"/>
              <a:buNone/>
              <a:defRPr>
                <a:solidFill>
                  <a:srgbClr val="888888"/>
                </a:solidFill>
              </a:defRPr>
            </a:lvl5pPr>
            <a:lvl6pPr lvl="5" algn="ctr">
              <a:spcBef>
                <a:spcPts val="200"/>
              </a:spcBef>
              <a:spcAft>
                <a:spcPts val="0"/>
              </a:spcAft>
              <a:buSzPts val="1100"/>
              <a:buNone/>
              <a:defRPr>
                <a:solidFill>
                  <a:srgbClr val="888888"/>
                </a:solidFill>
              </a:defRPr>
            </a:lvl6pPr>
            <a:lvl7pPr lvl="6" algn="ctr">
              <a:spcBef>
                <a:spcPts val="200"/>
              </a:spcBef>
              <a:spcAft>
                <a:spcPts val="0"/>
              </a:spcAft>
              <a:buSzPts val="1100"/>
              <a:buNone/>
              <a:defRPr>
                <a:solidFill>
                  <a:srgbClr val="888888"/>
                </a:solidFill>
              </a:defRPr>
            </a:lvl7pPr>
            <a:lvl8pPr lvl="7" algn="ctr">
              <a:spcBef>
                <a:spcPts val="200"/>
              </a:spcBef>
              <a:spcAft>
                <a:spcPts val="0"/>
              </a:spcAft>
              <a:buSzPts val="1100"/>
              <a:buNone/>
              <a:defRPr>
                <a:solidFill>
                  <a:srgbClr val="888888"/>
                </a:solidFill>
              </a:defRPr>
            </a:lvl8pPr>
            <a:lvl9pPr lvl="8" algn="ctr">
              <a:spcBef>
                <a:spcPts val="200"/>
              </a:spcBef>
              <a:spcAft>
                <a:spcPts val="0"/>
              </a:spcAft>
              <a:buSzPts val="1100"/>
              <a:buNone/>
              <a:defRPr>
                <a:solidFill>
                  <a:srgbClr val="888888"/>
                </a:solidFill>
              </a:defRPr>
            </a:lvl9pPr>
          </a:lstStyle>
          <a:p>
            <a:endParaRPr/>
          </a:p>
        </p:txBody>
      </p:sp>
      <p:sp>
        <p:nvSpPr>
          <p:cNvPr id="133" name="Google Shape;133;p23"/>
          <p:cNvSpPr txBox="1">
            <a:spLocks noGrp="1"/>
          </p:cNvSpPr>
          <p:nvPr>
            <p:ph type="body" idx="2"/>
          </p:nvPr>
        </p:nvSpPr>
        <p:spPr>
          <a:xfrm>
            <a:off x="355850" y="3251867"/>
            <a:ext cx="2614800" cy="195900"/>
          </a:xfrm>
          <a:prstGeom prst="rect">
            <a:avLst/>
          </a:prstGeom>
          <a:solidFill>
            <a:schemeClr val="lt1">
              <a:alpha val="49800"/>
            </a:schemeClr>
          </a:solidFill>
          <a:ln>
            <a:noFill/>
          </a:ln>
        </p:spPr>
        <p:txBody>
          <a:bodyPr spcFirstLastPara="1" wrap="square" lIns="28700" tIns="28700" rIns="28700" bIns="28700" anchor="t" anchorCtr="0">
            <a:spAutoFit/>
          </a:bodyPr>
          <a:lstStyle>
            <a:lvl1pPr marL="457200" lvl="0" indent="-228600" algn="l">
              <a:spcBef>
                <a:spcPts val="500"/>
              </a:spcBef>
              <a:spcAft>
                <a:spcPts val="0"/>
              </a:spcAft>
              <a:buSzPts val="1000"/>
              <a:buNone/>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34" name="Google Shape;134;p23"/>
          <p:cNvSpPr txBox="1">
            <a:spLocks noGrp="1"/>
          </p:cNvSpPr>
          <p:nvPr>
            <p:ph type="dt" idx="10"/>
          </p:nvPr>
        </p:nvSpPr>
        <p:spPr>
          <a:xfrm>
            <a:off x="355851" y="4585098"/>
            <a:ext cx="1539300" cy="195900"/>
          </a:xfrm>
          <a:prstGeom prst="rect">
            <a:avLst/>
          </a:prstGeom>
          <a:solidFill>
            <a:schemeClr val="lt1">
              <a:alpha val="49800"/>
            </a:schemeClr>
          </a:solidFill>
          <a:ln>
            <a:noFill/>
          </a:ln>
        </p:spPr>
        <p:txBody>
          <a:bodyPr spcFirstLastPara="1" wrap="square" lIns="28700" tIns="28700" rIns="28700" bIns="28700" anchor="t" anchorCtr="0">
            <a:spAutoFit/>
          </a:bodyPr>
          <a:lstStyle>
            <a:lvl1pPr marR="0" lvl="0" algn="l">
              <a:spcBef>
                <a:spcPts val="200"/>
              </a:spcBef>
              <a:spcAft>
                <a:spcPts val="0"/>
              </a:spcAft>
              <a:buClr>
                <a:schemeClr val="accent2"/>
              </a:buClr>
              <a:buSzPts val="1100"/>
              <a:buFont typeface="Arial"/>
              <a:buNone/>
              <a:defRPr sz="1100" b="0" i="0" u="none" strike="noStrike" cap="none">
                <a:solidFill>
                  <a:schemeClr val="accent2"/>
                </a:solidFill>
                <a:latin typeface="Arial"/>
                <a:ea typeface="Arial"/>
                <a:cs typeface="Arial"/>
                <a:sym typeface="Arial"/>
              </a:defRPr>
            </a:lvl1pPr>
            <a:lvl2pPr marR="0" lvl="1" algn="l">
              <a:spcBef>
                <a:spcPts val="0"/>
              </a:spcBef>
              <a:spcAft>
                <a:spcPts val="0"/>
              </a:spcAft>
              <a:buClr>
                <a:schemeClr val="accent2"/>
              </a:buClr>
              <a:buSzPts val="900"/>
              <a:buFont typeface="Arial"/>
              <a:buChar char="●"/>
              <a:defRPr sz="1000" b="0" i="0" u="none" strike="noStrike" cap="none">
                <a:solidFill>
                  <a:schemeClr val="dk1"/>
                </a:solidFill>
                <a:latin typeface="Arial"/>
                <a:ea typeface="Arial"/>
                <a:cs typeface="Arial"/>
                <a:sym typeface="Arial"/>
              </a:defRPr>
            </a:lvl2pPr>
            <a:lvl3pPr marR="0" lvl="2"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3pPr>
            <a:lvl4pPr marR="0" lvl="3"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4pPr>
            <a:lvl5pPr marR="0" lvl="4"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5pPr>
            <a:lvl6pPr marR="0" lvl="5"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6pPr>
            <a:lvl7pPr marR="0" lvl="6"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7pPr>
            <a:lvl8pPr marR="0" lvl="7"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8pPr>
            <a:lvl9pPr marR="0" lvl="8" algn="l">
              <a:spcBef>
                <a:spcPts val="0"/>
              </a:spcBef>
              <a:spcAft>
                <a:spcPts val="0"/>
              </a:spcAft>
              <a:buClr>
                <a:schemeClr val="accent2"/>
              </a:buClr>
              <a:buSzPts val="1000"/>
              <a:buFont typeface="Arial"/>
              <a:buChar char="–"/>
              <a:defRPr sz="1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135"/>
        <p:cNvGrpSpPr/>
        <p:nvPr/>
      </p:nvGrpSpPr>
      <p:grpSpPr>
        <a:xfrm>
          <a:off x="0" y="0"/>
          <a:ext cx="0" cy="0"/>
          <a:chOff x="0" y="0"/>
          <a:chExt cx="0" cy="0"/>
        </a:xfrm>
      </p:grpSpPr>
      <p:sp>
        <p:nvSpPr>
          <p:cNvPr id="136" name="Google Shape;136;p24"/>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7" name="Google Shape;137;p24"/>
          <p:cNvSpPr txBox="1">
            <a:spLocks noGrp="1"/>
          </p:cNvSpPr>
          <p:nvPr>
            <p:ph type="body" idx="1"/>
          </p:nvPr>
        </p:nvSpPr>
        <p:spPr>
          <a:xfrm>
            <a:off x="384856" y="1102226"/>
            <a:ext cx="8374500" cy="34290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38" name="Google Shape;138;p24"/>
          <p:cNvSpPr txBox="1">
            <a:spLocks noGrp="1"/>
          </p:cNvSpPr>
          <p:nvPr>
            <p:ph type="sldNum" idx="12"/>
          </p:nvPr>
        </p:nvSpPr>
        <p:spPr>
          <a:xfrm>
            <a:off x="4089895" y="4800600"/>
            <a:ext cx="933300" cy="357300"/>
          </a:xfrm>
          <a:prstGeom prst="rect">
            <a:avLst/>
          </a:prstGeom>
          <a:noFill/>
          <a:ln>
            <a:noFill/>
          </a:ln>
        </p:spPr>
        <p:txBody>
          <a:bodyPr spcFirstLastPara="1" wrap="square" lIns="72850" tIns="36425" rIns="72850" bIns="36425" anchor="t" anchorCtr="0">
            <a:noAutofit/>
          </a:bodyPr>
          <a:lstStyle>
            <a:lvl1pPr marL="0" marR="0" lvl="0"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1pPr>
            <a:lvl2pPr marL="0" marR="0" lvl="1"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2pPr>
            <a:lvl3pPr marL="0" marR="0" lvl="2"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3pPr>
            <a:lvl4pPr marL="0" marR="0" lvl="3"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4pPr>
            <a:lvl5pPr marL="0" marR="0" lvl="4"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5pPr>
            <a:lvl6pPr marL="0" marR="0" lvl="5"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6pPr>
            <a:lvl7pPr marL="0" marR="0" lvl="6"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7pPr>
            <a:lvl8pPr marL="0" marR="0" lvl="7"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8pPr>
            <a:lvl9pPr marL="0" marR="0" lvl="8" indent="0" algn="l">
              <a:spcBef>
                <a:spcPts val="0"/>
              </a:spcBef>
              <a:buClr>
                <a:schemeClr val="dk1"/>
              </a:buClr>
              <a:buSzPts val="1000"/>
              <a:buFont typeface="Arial"/>
              <a:buNone/>
              <a:defRPr sz="10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9"/>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tandard Content">
  <p:cSld name="Standard Content">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600"/>
              <a:buFont typeface="Arial"/>
              <a:buNone/>
              <a:defRPr>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2" name="Google Shape;142;p26"/>
          <p:cNvSpPr txBox="1">
            <a:spLocks noGrp="1"/>
          </p:cNvSpPr>
          <p:nvPr>
            <p:ph type="body" idx="1"/>
          </p:nvPr>
        </p:nvSpPr>
        <p:spPr>
          <a:xfrm>
            <a:off x="384856" y="1102226"/>
            <a:ext cx="8374500" cy="3429000"/>
          </a:xfrm>
          <a:prstGeom prst="rect">
            <a:avLst/>
          </a:prstGeom>
          <a:noFill/>
          <a:ln>
            <a:noFill/>
          </a:ln>
        </p:spPr>
        <p:txBody>
          <a:bodyPr spcFirstLastPara="1" wrap="square" lIns="0" tIns="0" rIns="0" bIns="0" anchor="t" anchorCtr="0">
            <a:noAutofit/>
          </a:bodyPr>
          <a:lstStyle>
            <a:lvl1pPr marL="457200" lvl="0" indent="-292100" algn="l">
              <a:spcBef>
                <a:spcPts val="500"/>
              </a:spcBef>
              <a:spcAft>
                <a:spcPts val="0"/>
              </a:spcAft>
              <a:buSzPts val="10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43" name="Google Shape;143;p26"/>
          <p:cNvSpPr>
            <a:spLocks noGrp="1"/>
          </p:cNvSpPr>
          <p:nvPr>
            <p:ph type="body" idx="2"/>
          </p:nvPr>
        </p:nvSpPr>
        <p:spPr>
          <a:xfrm>
            <a:off x="306931" y="4421063"/>
            <a:ext cx="8583000" cy="393000"/>
          </a:xfrm>
          <a:prstGeom prst="roundRect">
            <a:avLst>
              <a:gd name="adj" fmla="val 16667"/>
            </a:avLst>
          </a:prstGeom>
          <a:noFill/>
          <a:ln>
            <a:noFill/>
          </a:ln>
        </p:spPr>
        <p:txBody>
          <a:bodyPr spcFirstLastPara="1" wrap="square" lIns="0" tIns="28700" rIns="0" bIns="28700" anchor="b" anchorCtr="0">
            <a:noAutofit/>
          </a:bodyPr>
          <a:lstStyle>
            <a:lvl1pPr marL="457200" lvl="0" indent="-228600" algn="r">
              <a:spcBef>
                <a:spcPts val="500"/>
              </a:spcBef>
              <a:spcAft>
                <a:spcPts val="0"/>
              </a:spcAft>
              <a:buSzPts val="700"/>
              <a:buNone/>
              <a:defRPr sz="800" b="0" i="0"/>
            </a:lvl1pPr>
            <a:lvl2pPr marL="914400" lvl="1" indent="-228600" algn="l">
              <a:spcBef>
                <a:spcPts val="200"/>
              </a:spcBef>
              <a:spcAft>
                <a:spcPts val="0"/>
              </a:spcAft>
              <a:buSzPts val="1700"/>
              <a:buNone/>
              <a:defRPr sz="1700" b="1"/>
            </a:lvl2pPr>
            <a:lvl3pPr marL="1371600" lvl="2" indent="-228600" algn="l">
              <a:spcBef>
                <a:spcPts val="200"/>
              </a:spcBef>
              <a:spcAft>
                <a:spcPts val="0"/>
              </a:spcAft>
              <a:buSzPts val="1500"/>
              <a:buNone/>
              <a:defRPr sz="15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Boxes">
  <p:cSld name="Three Boxes">
    <p:spTree>
      <p:nvGrpSpPr>
        <p:cNvPr id="1" name="Shape 144"/>
        <p:cNvGrpSpPr/>
        <p:nvPr/>
      </p:nvGrpSpPr>
      <p:grpSpPr>
        <a:xfrm>
          <a:off x="0" y="0"/>
          <a:ext cx="0" cy="0"/>
          <a:chOff x="0" y="0"/>
          <a:chExt cx="0" cy="0"/>
        </a:xfrm>
      </p:grpSpPr>
      <p:sp>
        <p:nvSpPr>
          <p:cNvPr id="145" name="Google Shape;145;p27"/>
          <p:cNvSpPr txBox="1">
            <a:spLocks noGrp="1"/>
          </p:cNvSpPr>
          <p:nvPr>
            <p:ph type="body" idx="1"/>
          </p:nvPr>
        </p:nvSpPr>
        <p:spPr>
          <a:xfrm>
            <a:off x="6173396" y="1395911"/>
            <a:ext cx="25866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46" name="Google Shape;146;p27"/>
          <p:cNvSpPr txBox="1">
            <a:spLocks noGrp="1"/>
          </p:cNvSpPr>
          <p:nvPr>
            <p:ph type="body" idx="2"/>
          </p:nvPr>
        </p:nvSpPr>
        <p:spPr>
          <a:xfrm>
            <a:off x="3278810" y="1395911"/>
            <a:ext cx="25866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47" name="Google Shape;147;p27"/>
          <p:cNvSpPr txBox="1">
            <a:spLocks noGrp="1"/>
          </p:cNvSpPr>
          <p:nvPr>
            <p:ph type="body" idx="3"/>
          </p:nvPr>
        </p:nvSpPr>
        <p:spPr>
          <a:xfrm>
            <a:off x="384225" y="1395911"/>
            <a:ext cx="25866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48" name="Google Shape;148;p27"/>
          <p:cNvSpPr txBox="1">
            <a:spLocks noGrp="1"/>
          </p:cNvSpPr>
          <p:nvPr>
            <p:ph type="body" idx="4"/>
          </p:nvPr>
        </p:nvSpPr>
        <p:spPr>
          <a:xfrm>
            <a:off x="384225" y="1101979"/>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49" name="Google Shape;149;p27"/>
          <p:cNvSpPr txBox="1">
            <a:spLocks noGrp="1"/>
          </p:cNvSpPr>
          <p:nvPr>
            <p:ph type="body" idx="5"/>
          </p:nvPr>
        </p:nvSpPr>
        <p:spPr>
          <a:xfrm>
            <a:off x="3278810" y="1101979"/>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50" name="Google Shape;150;p27"/>
          <p:cNvSpPr txBox="1">
            <a:spLocks noGrp="1"/>
          </p:cNvSpPr>
          <p:nvPr>
            <p:ph type="body" idx="6"/>
          </p:nvPr>
        </p:nvSpPr>
        <p:spPr>
          <a:xfrm>
            <a:off x="6173396" y="1101979"/>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51" name="Google Shape;151;p27"/>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600"/>
              <a:buFont typeface="Arial"/>
              <a:buNone/>
              <a:defRPr>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4" name="Google Shape;154;p28"/>
          <p:cNvSpPr>
            <a:spLocks noGrp="1"/>
          </p:cNvSpPr>
          <p:nvPr>
            <p:ph type="body" idx="1"/>
          </p:nvPr>
        </p:nvSpPr>
        <p:spPr>
          <a:xfrm>
            <a:off x="306931" y="4421063"/>
            <a:ext cx="8583000" cy="393000"/>
          </a:xfrm>
          <a:prstGeom prst="roundRect">
            <a:avLst>
              <a:gd name="adj" fmla="val 16667"/>
            </a:avLst>
          </a:prstGeom>
          <a:noFill/>
          <a:ln>
            <a:noFill/>
          </a:ln>
        </p:spPr>
        <p:txBody>
          <a:bodyPr spcFirstLastPara="1" wrap="square" lIns="0" tIns="28700" rIns="0" bIns="28700" anchor="b" anchorCtr="0">
            <a:noAutofit/>
          </a:bodyPr>
          <a:lstStyle>
            <a:lvl1pPr marL="457200" lvl="0" indent="-228600" algn="r">
              <a:spcBef>
                <a:spcPts val="500"/>
              </a:spcBef>
              <a:spcAft>
                <a:spcPts val="0"/>
              </a:spcAft>
              <a:buSzPts val="700"/>
              <a:buNone/>
              <a:defRPr sz="800" b="0" i="0"/>
            </a:lvl1pPr>
            <a:lvl2pPr marL="914400" lvl="1" indent="-228600" algn="l">
              <a:spcBef>
                <a:spcPts val="200"/>
              </a:spcBef>
              <a:spcAft>
                <a:spcPts val="0"/>
              </a:spcAft>
              <a:buSzPts val="1700"/>
              <a:buNone/>
              <a:defRPr sz="1700" b="1"/>
            </a:lvl2pPr>
            <a:lvl3pPr marL="1371600" lvl="2" indent="-228600" algn="l">
              <a:spcBef>
                <a:spcPts val="200"/>
              </a:spcBef>
              <a:spcAft>
                <a:spcPts val="0"/>
              </a:spcAft>
              <a:buSzPts val="1500"/>
              <a:buNone/>
              <a:defRPr sz="15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isclaimer">
  <p:cSld name="Disclaimer">
    <p:spTree>
      <p:nvGrpSpPr>
        <p:cNvPr id="1" name="Shape 155"/>
        <p:cNvGrpSpPr/>
        <p:nvPr/>
      </p:nvGrpSpPr>
      <p:grpSpPr>
        <a:xfrm>
          <a:off x="0" y="0"/>
          <a:ext cx="0" cy="0"/>
          <a:chOff x="0" y="0"/>
          <a:chExt cx="0" cy="0"/>
        </a:xfrm>
      </p:grpSpPr>
      <p:sp>
        <p:nvSpPr>
          <p:cNvPr id="156" name="Google Shape;156;p29"/>
          <p:cNvSpPr/>
          <p:nvPr/>
        </p:nvSpPr>
        <p:spPr>
          <a:xfrm>
            <a:off x="384226" y="1101716"/>
            <a:ext cx="8375400" cy="342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000"/>
              <a:buFont typeface="Arial"/>
              <a:buNone/>
            </a:pPr>
            <a:r>
              <a:rPr lang="en" sz="1000">
                <a:solidFill>
                  <a:schemeClr val="dk1"/>
                </a:solidFill>
                <a:latin typeface="Arial"/>
                <a:ea typeface="Arial"/>
                <a:cs typeface="Arial"/>
                <a:sym typeface="Arial"/>
              </a:rPr>
              <a:t>The Bloomberg NEF ("BNEF"), service/information is derived from selected public sources. Bloomberg Finance L.P. and its affiliates, in providing the service/information, believe that the information it uses comes from reliable sources, but do not guarantee the accuracy or completeness of this information, which is subject to change without notice, and nothing in this document shall be construed as such a guarantee. The statements in this service/document reflect the current judgment of the authors of the relevant articles or features, and do not necessarily reflect the opinion of Bloomberg Finance L.P., Bloomberg L.P. or any of their affiliates (“Bloomberg”). Bloomberg disclaims any liability arising from use of this document, its contents and/or this service. Nothing herein shall constitute or be construed as an offering of financial instruments or as investment advice or recommendations by Bloomberg of an investment or other strategy (e.g., whether or not to “buy”, “sell”, or “hold” an investment). The information available through this service is not based on consideration of a subscriber’s individual circumstances and should not be considered as information sufficient upon which to base an investment decision. You should determine on your own whether you agree with the content. This service should not be construed as tax or accounting advice or as a service designed to facilitate any subscriber’s compliance with its tax, accounting or other legal obligations. Employees involved in this service may hold positions in the companies mentioned in the services/information. </a:t>
            </a:r>
            <a:endParaRPr sz="1100"/>
          </a:p>
          <a:p>
            <a:pPr marL="0" marR="0" lvl="0" indent="0" algn="l" rtl="0">
              <a:spcBef>
                <a:spcPts val="1000"/>
              </a:spcBef>
              <a:spcAft>
                <a:spcPts val="0"/>
              </a:spcAft>
              <a:buClr>
                <a:schemeClr val="dk1"/>
              </a:buClr>
              <a:buSzPts val="1000"/>
              <a:buFont typeface="Arial"/>
              <a:buNone/>
            </a:pPr>
            <a:r>
              <a:rPr lang="en" sz="1000">
                <a:solidFill>
                  <a:schemeClr val="dk1"/>
                </a:solidFill>
                <a:latin typeface="Arial"/>
                <a:ea typeface="Arial"/>
                <a:cs typeface="Arial"/>
                <a:sym typeface="Arial"/>
              </a:rPr>
              <a:t>The data included in these materials are for illustrative purposes only. The BLOOMBERG TERMINAL service and Bloomberg data products (the “Services”) are owned and distributed by Bloomberg Finance L.P. (“BFLP”) except that Bloomberg L.P. and its subsidiaries (“BLP”) distribute these products in Argentina, Australia and certain jurisdictions in the Pacific islands, Bermuda, China, India, Japan, Korea and New Zealand. BLP provides BFLP with global marketing and operational support. Certain features, functions, products and services are available only to sophisticated investors and only where permitted. BFLP, BLP and their affiliates do not guarantee the accuracy of prices or other information in the Services. Nothing in the Services shall constitute or be construed as an offering of financial instruments by BFLP, BLP or their affiliates, or as investment advice or recommendations by BFLP, BLP or their affiliates of an investment strategy or whether or not to “buy”, “sell” or “hold” an investment. Information available via the Services should not be considered as information sufficient upon which to base an investment decision. The following are trademarks and service marks of BFLP, a Delaware limited partnership, or its subsidiaries: BLOOMBERG, BLOOMBERG ANYWHERE, BLOOMBERG MARKETS, BLOOMBERG NEWS, BLOOMBERG PROFESSIONAL, BLOOMBERG TERMINAL and BLOOMBERG.COM. Absence of any trademark or service mark from this list does not waive Bloomberg's intellectual property rights in that that name, mark or logo. All rights reserved. © 2018 Bloomberg.</a:t>
            </a:r>
            <a:endParaRPr sz="1100"/>
          </a:p>
          <a:p>
            <a:pPr marL="0" marR="0" lvl="0" indent="0" algn="l" rtl="0">
              <a:spcBef>
                <a:spcPts val="1000"/>
              </a:spcBef>
              <a:spcAft>
                <a:spcPts val="0"/>
              </a:spcAft>
              <a:buClr>
                <a:schemeClr val="dk1"/>
              </a:buClr>
              <a:buSzPts val="1000"/>
              <a:buFont typeface="Arial"/>
              <a:buNone/>
            </a:pPr>
            <a:r>
              <a:rPr lang="en" sz="1000">
                <a:solidFill>
                  <a:schemeClr val="dk1"/>
                </a:solidFill>
                <a:latin typeface="Arial"/>
                <a:ea typeface="Arial"/>
                <a:cs typeface="Arial"/>
                <a:sym typeface="Arial"/>
              </a:rPr>
              <a:t> </a:t>
            </a:r>
            <a:endParaRPr sz="1100"/>
          </a:p>
          <a:p>
            <a:pPr marL="0" marR="0" lvl="0" indent="0" algn="l" rtl="0">
              <a:spcBef>
                <a:spcPts val="100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157" name="Google Shape;157;p29"/>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Back page">
  <p:cSld name="Back page">
    <p:spTree>
      <p:nvGrpSpPr>
        <p:cNvPr id="1" name="Shape 158"/>
        <p:cNvGrpSpPr/>
        <p:nvPr/>
      </p:nvGrpSpPr>
      <p:grpSpPr>
        <a:xfrm>
          <a:off x="0" y="0"/>
          <a:ext cx="0" cy="0"/>
          <a:chOff x="0" y="0"/>
          <a:chExt cx="0" cy="0"/>
        </a:xfrm>
      </p:grpSpPr>
      <p:pic>
        <p:nvPicPr>
          <p:cNvPr id="159" name="Google Shape;159;p30"/>
          <p:cNvPicPr preferRelativeResize="0"/>
          <p:nvPr/>
        </p:nvPicPr>
        <p:blipFill rotWithShape="1">
          <a:blip r:embed="rId2">
            <a:alphaModFix/>
          </a:blip>
          <a:srcRect b="14060"/>
          <a:stretch/>
        </p:blipFill>
        <p:spPr>
          <a:xfrm>
            <a:off x="3278810" y="1"/>
            <a:ext cx="4666089" cy="2767251"/>
          </a:xfrm>
          <a:prstGeom prst="rect">
            <a:avLst/>
          </a:prstGeom>
          <a:noFill/>
          <a:ln>
            <a:noFill/>
          </a:ln>
        </p:spPr>
      </p:pic>
      <p:pic>
        <p:nvPicPr>
          <p:cNvPr id="160" name="Google Shape;160;p30"/>
          <p:cNvPicPr preferRelativeResize="0"/>
          <p:nvPr/>
        </p:nvPicPr>
        <p:blipFill rotWithShape="1">
          <a:blip r:embed="rId3">
            <a:alphaModFix/>
          </a:blip>
          <a:srcRect/>
          <a:stretch/>
        </p:blipFill>
        <p:spPr>
          <a:xfrm>
            <a:off x="5988431" y="2130810"/>
            <a:ext cx="1778259" cy="258202"/>
          </a:xfrm>
          <a:prstGeom prst="rect">
            <a:avLst/>
          </a:prstGeom>
          <a:noFill/>
          <a:ln>
            <a:noFill/>
          </a:ln>
        </p:spPr>
      </p:pic>
      <p:sp>
        <p:nvSpPr>
          <p:cNvPr id="161" name="Google Shape;161;p30"/>
          <p:cNvSpPr txBox="1"/>
          <p:nvPr/>
        </p:nvSpPr>
        <p:spPr>
          <a:xfrm>
            <a:off x="391920" y="2301320"/>
            <a:ext cx="2586600" cy="931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000"/>
              <a:buFont typeface="Arial"/>
              <a:buNone/>
            </a:pPr>
            <a:r>
              <a:rPr lang="en" sz="1000" b="1">
                <a:solidFill>
                  <a:schemeClr val="accent2"/>
                </a:solidFill>
                <a:latin typeface="Arial"/>
                <a:ea typeface="Arial"/>
                <a:cs typeface="Arial"/>
                <a:sym typeface="Arial"/>
              </a:rPr>
              <a:t>Coverage.</a:t>
            </a:r>
            <a:endParaRPr sz="1100"/>
          </a:p>
          <a:p>
            <a:pPr marL="0" marR="0" lvl="0" indent="0" algn="l" rtl="0">
              <a:spcBef>
                <a:spcPts val="700"/>
              </a:spcBef>
              <a:spcAft>
                <a:spcPts val="0"/>
              </a:spcAft>
              <a:buClr>
                <a:schemeClr val="dk1"/>
              </a:buClr>
              <a:buSzPts val="1000"/>
              <a:buFont typeface="Arial"/>
              <a:buNone/>
            </a:pPr>
            <a:r>
              <a:rPr lang="en" sz="1000">
                <a:solidFill>
                  <a:schemeClr val="dk1"/>
                </a:solidFill>
                <a:latin typeface="Arial"/>
                <a:ea typeface="Arial"/>
                <a:cs typeface="Arial"/>
                <a:sym typeface="Arial"/>
              </a:rPr>
              <a:t>Clean energy</a:t>
            </a:r>
            <a:endParaRPr sz="1100"/>
          </a:p>
          <a:p>
            <a:pPr marL="0" marR="0" lvl="0" indent="0" algn="l" rtl="0">
              <a:spcBef>
                <a:spcPts val="200"/>
              </a:spcBef>
              <a:spcAft>
                <a:spcPts val="0"/>
              </a:spcAft>
              <a:buClr>
                <a:schemeClr val="dk1"/>
              </a:buClr>
              <a:buSzPts val="1000"/>
              <a:buFont typeface="Arial"/>
              <a:buNone/>
            </a:pPr>
            <a:r>
              <a:rPr lang="en" sz="1000">
                <a:solidFill>
                  <a:schemeClr val="dk1"/>
                </a:solidFill>
                <a:latin typeface="Arial"/>
                <a:ea typeface="Arial"/>
                <a:cs typeface="Arial"/>
                <a:sym typeface="Arial"/>
              </a:rPr>
              <a:t>Advanced transport</a:t>
            </a:r>
            <a:endParaRPr sz="1100"/>
          </a:p>
          <a:p>
            <a:pPr marL="0" marR="0" lvl="0" indent="0" algn="l" rtl="0">
              <a:spcBef>
                <a:spcPts val="200"/>
              </a:spcBef>
              <a:spcAft>
                <a:spcPts val="0"/>
              </a:spcAft>
              <a:buClr>
                <a:schemeClr val="dk1"/>
              </a:buClr>
              <a:buSzPts val="1000"/>
              <a:buFont typeface="Arial"/>
              <a:buNone/>
            </a:pPr>
            <a:r>
              <a:rPr lang="en" sz="1000">
                <a:solidFill>
                  <a:schemeClr val="dk1"/>
                </a:solidFill>
                <a:latin typeface="Arial"/>
                <a:ea typeface="Arial"/>
                <a:cs typeface="Arial"/>
                <a:sym typeface="Arial"/>
              </a:rPr>
              <a:t>Commodities</a:t>
            </a:r>
            <a:endParaRPr sz="1100"/>
          </a:p>
          <a:p>
            <a:pPr marL="0" marR="0" lvl="0" indent="0" algn="l" rtl="0">
              <a:spcBef>
                <a:spcPts val="200"/>
              </a:spcBef>
              <a:spcAft>
                <a:spcPts val="0"/>
              </a:spcAft>
              <a:buClr>
                <a:schemeClr val="dk1"/>
              </a:buClr>
              <a:buSzPts val="1000"/>
              <a:buFont typeface="Arial"/>
              <a:buNone/>
            </a:pPr>
            <a:r>
              <a:rPr lang="en" sz="1000">
                <a:solidFill>
                  <a:schemeClr val="dk1"/>
                </a:solidFill>
                <a:latin typeface="Arial"/>
                <a:ea typeface="Arial"/>
                <a:cs typeface="Arial"/>
                <a:sym typeface="Arial"/>
              </a:rPr>
              <a:t>Digital industry</a:t>
            </a:r>
            <a:endParaRPr sz="10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sp>
        <p:nvSpPr>
          <p:cNvPr id="162" name="Google Shape;162;p30"/>
          <p:cNvSpPr txBox="1"/>
          <p:nvPr/>
        </p:nvSpPr>
        <p:spPr>
          <a:xfrm>
            <a:off x="384225" y="306174"/>
            <a:ext cx="2586600" cy="1486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000"/>
              <a:buFont typeface="Arial"/>
              <a:buNone/>
            </a:pPr>
            <a:r>
              <a:rPr lang="en" sz="1000">
                <a:solidFill>
                  <a:schemeClr val="dk1"/>
                </a:solidFill>
                <a:latin typeface="Arial"/>
                <a:ea typeface="Arial"/>
                <a:cs typeface="Arial"/>
                <a:sym typeface="Arial"/>
              </a:rPr>
              <a:t>Bloomberg NEF (BNEF) is a leading provider of primary research on clean energy, advanced transport, digital industry, innovative materials, and commodities.</a:t>
            </a:r>
            <a:endParaRPr sz="1100"/>
          </a:p>
          <a:p>
            <a:pPr marL="0" marR="0" lvl="0" indent="0" algn="l" rtl="0">
              <a:spcBef>
                <a:spcPts val="1000"/>
              </a:spcBef>
              <a:spcAft>
                <a:spcPts val="0"/>
              </a:spcAft>
              <a:buClr>
                <a:schemeClr val="dk1"/>
              </a:buClr>
              <a:buSzPts val="1000"/>
              <a:buFont typeface="Arial"/>
              <a:buNone/>
            </a:pPr>
            <a:r>
              <a:rPr lang="en" sz="1000">
                <a:solidFill>
                  <a:schemeClr val="dk1"/>
                </a:solidFill>
                <a:latin typeface="Arial"/>
                <a:ea typeface="Arial"/>
                <a:cs typeface="Arial"/>
                <a:sym typeface="Arial"/>
              </a:rPr>
              <a:t>BNEF’s global team leverages the world’s most sophisticated data sets to create clear perspectives and in-depth forecasts that frame the financial, economic and policy implications of industry-transforming trends and technologies. </a:t>
            </a:r>
            <a:endParaRPr sz="1100"/>
          </a:p>
          <a:p>
            <a:pPr marL="0" marR="0" lvl="0" indent="0" algn="l" rtl="0">
              <a:spcBef>
                <a:spcPts val="1000"/>
              </a:spcBef>
              <a:spcAft>
                <a:spcPts val="0"/>
              </a:spcAft>
              <a:buClr>
                <a:schemeClr val="dk1"/>
              </a:buClr>
              <a:buSzPts val="1000"/>
              <a:buFont typeface="Arial"/>
              <a:buNone/>
            </a:pPr>
            <a:r>
              <a:rPr lang="en" sz="1000">
                <a:solidFill>
                  <a:schemeClr val="dk1"/>
                </a:solidFill>
                <a:latin typeface="Arial"/>
                <a:ea typeface="Arial"/>
                <a:cs typeface="Arial"/>
                <a:sym typeface="Arial"/>
              </a:rPr>
              <a:t>BNEF research and analysis is accessible via web and mobile platforms, as well as on the Bloomberg Terminal.</a:t>
            </a:r>
            <a:endParaRPr sz="1100"/>
          </a:p>
          <a:p>
            <a:pPr marL="0" marR="0" lvl="0" indent="0" algn="l" rtl="0">
              <a:spcBef>
                <a:spcPts val="1000"/>
              </a:spcBef>
              <a:spcAft>
                <a:spcPts val="0"/>
              </a:spcAft>
              <a:buClr>
                <a:schemeClr val="dk1"/>
              </a:buClr>
              <a:buSzPts val="1000"/>
              <a:buFont typeface="Arial"/>
              <a:buNone/>
            </a:pPr>
            <a:endParaRPr sz="1000">
              <a:solidFill>
                <a:schemeClr val="dk1"/>
              </a:solidFill>
              <a:latin typeface="Arial"/>
              <a:ea typeface="Arial"/>
              <a:cs typeface="Arial"/>
              <a:sym typeface="Arial"/>
            </a:endParaRPr>
          </a:p>
        </p:txBody>
      </p:sp>
      <p:pic>
        <p:nvPicPr>
          <p:cNvPr id="163" name="Google Shape;163;p30">
            <a:hlinkClick r:id="rId4"/>
          </p:cNvPr>
          <p:cNvPicPr preferRelativeResize="0"/>
          <p:nvPr/>
        </p:nvPicPr>
        <p:blipFill rotWithShape="1">
          <a:blip r:embed="rId5">
            <a:alphaModFix/>
          </a:blip>
          <a:srcRect/>
          <a:stretch/>
        </p:blipFill>
        <p:spPr>
          <a:xfrm>
            <a:off x="247437" y="3619449"/>
            <a:ext cx="1019150" cy="1288251"/>
          </a:xfrm>
          <a:prstGeom prst="rect">
            <a:avLst/>
          </a:prstGeom>
          <a:noFill/>
          <a:ln>
            <a:noFill/>
          </a:ln>
        </p:spPr>
      </p:pic>
      <p:sp>
        <p:nvSpPr>
          <p:cNvPr id="164" name="Google Shape;164;p30"/>
          <p:cNvSpPr txBox="1"/>
          <p:nvPr/>
        </p:nvSpPr>
        <p:spPr>
          <a:xfrm>
            <a:off x="3278746" y="3596927"/>
            <a:ext cx="3177000" cy="9345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chemeClr val="accent2"/>
              </a:buClr>
              <a:buSzPts val="1000"/>
              <a:buFont typeface="Arial"/>
              <a:buNone/>
            </a:pPr>
            <a:r>
              <a:rPr lang="en" sz="1000" b="1">
                <a:solidFill>
                  <a:schemeClr val="accent2"/>
                </a:solidFill>
                <a:latin typeface="Arial"/>
                <a:ea typeface="Arial"/>
                <a:cs typeface="Arial"/>
                <a:sym typeface="Arial"/>
              </a:rPr>
              <a:t>Client enquiries:</a:t>
            </a:r>
            <a:endParaRPr sz="1100"/>
          </a:p>
          <a:p>
            <a:pPr marL="0" marR="0" lvl="1" indent="0" algn="l" rtl="0">
              <a:spcBef>
                <a:spcPts val="300"/>
              </a:spcBef>
              <a:spcAft>
                <a:spcPts val="0"/>
              </a:spcAft>
              <a:buClr>
                <a:schemeClr val="accent2"/>
              </a:buClr>
              <a:buSzPts val="900"/>
              <a:buFont typeface="Arial"/>
              <a:buNone/>
            </a:pPr>
            <a:r>
              <a:rPr lang="en" sz="1000" b="0" i="0" u="none" strike="noStrike" cap="none">
                <a:solidFill>
                  <a:schemeClr val="dk1"/>
                </a:solidFill>
                <a:latin typeface="Arial"/>
                <a:ea typeface="Arial"/>
                <a:cs typeface="Arial"/>
                <a:sym typeface="Arial"/>
              </a:rPr>
              <a:t>Bloomberg Terminal: press </a:t>
            </a:r>
            <a:r>
              <a:rPr lang="en" sz="1000" b="0" i="0" u="sng" strike="noStrike" cap="none">
                <a:solidFill>
                  <a:schemeClr val="dk1"/>
                </a:solidFill>
                <a:latin typeface="Arial"/>
                <a:ea typeface="Arial"/>
                <a:cs typeface="Arial"/>
                <a:sym typeface="Arial"/>
                <a:hlinkClick r:id="rId6">
                  <a:extLst>
                    <a:ext uri="{A12FA001-AC4F-418D-AE19-62706E023703}">
                      <ahyp:hlinkClr xmlns:ahyp="http://schemas.microsoft.com/office/drawing/2018/hyperlinkcolor" val="tx"/>
                    </a:ext>
                  </a:extLst>
                </a:hlinkClick>
              </a:rPr>
              <a:t>&lt;Help&gt;</a:t>
            </a:r>
            <a:r>
              <a:rPr lang="en" sz="1000" b="0" i="0" u="none" strike="noStrike" cap="none">
                <a:solidFill>
                  <a:schemeClr val="dk1"/>
                </a:solidFill>
                <a:latin typeface="Arial"/>
                <a:ea typeface="Arial"/>
                <a:cs typeface="Arial"/>
                <a:sym typeface="Arial"/>
              </a:rPr>
              <a:t> key twice</a:t>
            </a:r>
            <a:endParaRPr sz="1100"/>
          </a:p>
          <a:p>
            <a:pPr marL="0" marR="0" lvl="1" indent="0" algn="l" rtl="0">
              <a:spcBef>
                <a:spcPts val="0"/>
              </a:spcBef>
              <a:spcAft>
                <a:spcPts val="0"/>
              </a:spcAft>
              <a:buClr>
                <a:schemeClr val="accent2"/>
              </a:buClr>
              <a:buSzPts val="900"/>
              <a:buFont typeface="Arial"/>
              <a:buNone/>
            </a:pPr>
            <a:r>
              <a:rPr lang="en" sz="1000" b="0" i="0" u="none" strike="noStrike" cap="none">
                <a:solidFill>
                  <a:schemeClr val="dk1"/>
                </a:solidFill>
                <a:latin typeface="Arial"/>
                <a:ea typeface="Arial"/>
                <a:cs typeface="Arial"/>
                <a:sym typeface="Arial"/>
              </a:rPr>
              <a:t>Email: </a:t>
            </a:r>
            <a:r>
              <a:rPr lang="en" sz="1000" b="0" i="0" u="sng" strike="noStrike" cap="none">
                <a:solidFill>
                  <a:schemeClr val="dk1"/>
                </a:solidFill>
                <a:latin typeface="Arial"/>
                <a:ea typeface="Arial"/>
                <a:cs typeface="Arial"/>
                <a:sym typeface="Arial"/>
                <a:hlinkClick r:id="rId7">
                  <a:extLst>
                    <a:ext uri="{A12FA001-AC4F-418D-AE19-62706E023703}">
                      <ahyp:hlinkClr xmlns:ahyp="http://schemas.microsoft.com/office/drawing/2018/hyperlinkcolor" val="tx"/>
                    </a:ext>
                  </a:extLst>
                </a:hlinkClick>
              </a:rPr>
              <a:t>support.bnef@bloomberg.net</a:t>
            </a:r>
            <a:endParaRPr sz="10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ts val="1000"/>
              <a:buFont typeface="Arial"/>
              <a:buNone/>
            </a:pPr>
            <a:endParaRPr sz="1000">
              <a:solidFill>
                <a:schemeClr val="dk1"/>
              </a:solidFill>
              <a:latin typeface="Arial"/>
              <a:ea typeface="Arial"/>
              <a:cs typeface="Arial"/>
              <a:sym typeface="Arial"/>
            </a:endParaRPr>
          </a:p>
          <a:p>
            <a:pPr marL="0" marR="0" lvl="0" indent="0" algn="l" rtl="0">
              <a:spcBef>
                <a:spcPts val="200"/>
              </a:spcBef>
              <a:spcAft>
                <a:spcPts val="0"/>
              </a:spcAft>
              <a:buClr>
                <a:schemeClr val="accent2"/>
              </a:buClr>
              <a:buSzPts val="1000"/>
              <a:buFont typeface="Arial"/>
              <a:buNone/>
            </a:pPr>
            <a:r>
              <a:rPr lang="en" sz="1000" b="1">
                <a:solidFill>
                  <a:schemeClr val="accent2"/>
                </a:solidFill>
                <a:latin typeface="Arial"/>
                <a:ea typeface="Arial"/>
                <a:cs typeface="Arial"/>
                <a:sym typeface="Arial"/>
              </a:rPr>
              <a:t>Learn more: </a:t>
            </a:r>
            <a:endParaRPr sz="1100"/>
          </a:p>
          <a:p>
            <a:pPr marL="0" marR="0" lvl="1" indent="0" algn="l" rtl="0">
              <a:spcBef>
                <a:spcPts val="300"/>
              </a:spcBef>
              <a:spcAft>
                <a:spcPts val="0"/>
              </a:spcAft>
              <a:buClr>
                <a:schemeClr val="accent2"/>
              </a:buClr>
              <a:buSzPts val="900"/>
              <a:buFont typeface="Arial"/>
              <a:buNone/>
            </a:pPr>
            <a:r>
              <a:rPr lang="en" sz="1000" b="0" i="0" u="none" strike="noStrike" cap="none">
                <a:solidFill>
                  <a:schemeClr val="dk1"/>
                </a:solidFill>
                <a:latin typeface="Arial"/>
                <a:ea typeface="Arial"/>
                <a:cs typeface="Arial"/>
                <a:sym typeface="Arial"/>
              </a:rPr>
              <a:t>about.bnef.com | @BloombergNEF</a:t>
            </a:r>
            <a:endParaRPr sz="10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s">
  <p:cSld name="Contents">
    <p:spTree>
      <p:nvGrpSpPr>
        <p:cNvPr id="1" name="Shape 165"/>
        <p:cNvGrpSpPr/>
        <p:nvPr/>
      </p:nvGrpSpPr>
      <p:grpSpPr>
        <a:xfrm>
          <a:off x="0" y="0"/>
          <a:ext cx="0" cy="0"/>
          <a:chOff x="0" y="0"/>
          <a:chExt cx="0" cy="0"/>
        </a:xfrm>
      </p:grpSpPr>
      <p:sp>
        <p:nvSpPr>
          <p:cNvPr id="166" name="Google Shape;166;p31"/>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6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vider" type="secHead">
  <p:cSld name="SECTION_HEADER">
    <p:spTree>
      <p:nvGrpSpPr>
        <p:cNvPr id="1" name="Shape 167"/>
        <p:cNvGrpSpPr/>
        <p:nvPr/>
      </p:nvGrpSpPr>
      <p:grpSpPr>
        <a:xfrm>
          <a:off x="0" y="0"/>
          <a:ext cx="0" cy="0"/>
          <a:chOff x="0" y="0"/>
          <a:chExt cx="0" cy="0"/>
        </a:xfrm>
      </p:grpSpPr>
      <p:pic>
        <p:nvPicPr>
          <p:cNvPr id="168" name="Google Shape;168;p32"/>
          <p:cNvPicPr preferRelativeResize="0"/>
          <p:nvPr/>
        </p:nvPicPr>
        <p:blipFill rotWithShape="1">
          <a:blip r:embed="rId2">
            <a:alphaModFix/>
          </a:blip>
          <a:srcRect/>
          <a:stretch/>
        </p:blipFill>
        <p:spPr>
          <a:xfrm>
            <a:off x="6179428" y="0"/>
            <a:ext cx="2358488" cy="3796582"/>
          </a:xfrm>
          <a:prstGeom prst="rect">
            <a:avLst/>
          </a:prstGeom>
          <a:noFill/>
          <a:ln>
            <a:noFill/>
          </a:ln>
        </p:spPr>
      </p:pic>
      <p:sp>
        <p:nvSpPr>
          <p:cNvPr id="169" name="Google Shape;169;p32"/>
          <p:cNvSpPr txBox="1">
            <a:spLocks noGrp="1"/>
          </p:cNvSpPr>
          <p:nvPr>
            <p:ph type="title"/>
          </p:nvPr>
        </p:nvSpPr>
        <p:spPr>
          <a:xfrm>
            <a:off x="384225" y="499603"/>
            <a:ext cx="5481000" cy="1021500"/>
          </a:xfrm>
          <a:prstGeom prst="rect">
            <a:avLst/>
          </a:prstGeom>
          <a:noFill/>
          <a:ln>
            <a:noFill/>
          </a:ln>
        </p:spPr>
        <p:txBody>
          <a:bodyPr spcFirstLastPara="1" wrap="square" lIns="0" tIns="0" rIns="0" bIns="0" anchor="b" anchorCtr="0">
            <a:noAutofit/>
          </a:bodyPr>
          <a:lstStyle>
            <a:lvl1pPr lvl="0" algn="l">
              <a:lnSpc>
                <a:spcPct val="135416"/>
              </a:lnSpc>
              <a:spcBef>
                <a:spcPts val="0"/>
              </a:spcBef>
              <a:spcAft>
                <a:spcPts val="0"/>
              </a:spcAft>
              <a:buClr>
                <a:schemeClr val="dk1"/>
              </a:buClr>
              <a:buSzPts val="3800"/>
              <a:buFont typeface="Arial"/>
              <a:buNone/>
              <a:defRPr sz="3800" b="1"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0" name="Google Shape;170;p32"/>
          <p:cNvSpPr txBox="1">
            <a:spLocks noGrp="1"/>
          </p:cNvSpPr>
          <p:nvPr>
            <p:ph type="body" idx="1"/>
          </p:nvPr>
        </p:nvSpPr>
        <p:spPr>
          <a:xfrm>
            <a:off x="384225" y="1691576"/>
            <a:ext cx="5481000" cy="6843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700"/>
              <a:buNone/>
              <a:defRPr sz="1900" b="1">
                <a:solidFill>
                  <a:schemeClr val="accent2"/>
                </a:solidFill>
              </a:defRPr>
            </a:lvl1pPr>
            <a:lvl2pPr marL="914400" lvl="1" indent="-228600" algn="l">
              <a:spcBef>
                <a:spcPts val="200"/>
              </a:spcBef>
              <a:spcAft>
                <a:spcPts val="0"/>
              </a:spcAft>
              <a:buSzPts val="1600"/>
              <a:buNone/>
              <a:defRPr sz="1600">
                <a:solidFill>
                  <a:srgbClr val="888888"/>
                </a:solidFill>
              </a:defRPr>
            </a:lvl2pPr>
            <a:lvl3pPr marL="1371600" lvl="2" indent="-228600" algn="l">
              <a:spcBef>
                <a:spcPts val="200"/>
              </a:spcBef>
              <a:spcAft>
                <a:spcPts val="0"/>
              </a:spcAft>
              <a:buSzPts val="1400"/>
              <a:buNone/>
              <a:defRPr sz="1400">
                <a:solidFill>
                  <a:srgbClr val="888888"/>
                </a:solidFill>
              </a:defRPr>
            </a:lvl3pPr>
            <a:lvl4pPr marL="1828800" lvl="3" indent="-228600" algn="l">
              <a:spcBef>
                <a:spcPts val="200"/>
              </a:spcBef>
              <a:spcAft>
                <a:spcPts val="0"/>
              </a:spcAft>
              <a:buSzPts val="1200"/>
              <a:buNone/>
              <a:defRPr sz="1200">
                <a:solidFill>
                  <a:srgbClr val="888888"/>
                </a:solidFill>
              </a:defRPr>
            </a:lvl4pPr>
            <a:lvl5pPr marL="2286000" lvl="4" indent="-228600" algn="l">
              <a:spcBef>
                <a:spcPts val="200"/>
              </a:spcBef>
              <a:spcAft>
                <a:spcPts val="0"/>
              </a:spcAft>
              <a:buSzPts val="1200"/>
              <a:buNone/>
              <a:defRPr sz="1200">
                <a:solidFill>
                  <a:srgbClr val="888888"/>
                </a:solidFill>
              </a:defRPr>
            </a:lvl5pPr>
            <a:lvl6pPr marL="2743200" lvl="5" indent="-228600" algn="l">
              <a:spcBef>
                <a:spcPts val="200"/>
              </a:spcBef>
              <a:spcAft>
                <a:spcPts val="0"/>
              </a:spcAft>
              <a:buSzPts val="1200"/>
              <a:buNone/>
              <a:defRPr sz="1200">
                <a:solidFill>
                  <a:srgbClr val="888888"/>
                </a:solidFill>
              </a:defRPr>
            </a:lvl6pPr>
            <a:lvl7pPr marL="3200400" lvl="6" indent="-228600" algn="l">
              <a:spcBef>
                <a:spcPts val="200"/>
              </a:spcBef>
              <a:spcAft>
                <a:spcPts val="0"/>
              </a:spcAft>
              <a:buSzPts val="1200"/>
              <a:buNone/>
              <a:defRPr sz="1200">
                <a:solidFill>
                  <a:srgbClr val="888888"/>
                </a:solidFill>
              </a:defRPr>
            </a:lvl7pPr>
            <a:lvl8pPr marL="3657600" lvl="7" indent="-228600" algn="l">
              <a:spcBef>
                <a:spcPts val="200"/>
              </a:spcBef>
              <a:spcAft>
                <a:spcPts val="0"/>
              </a:spcAft>
              <a:buSzPts val="1200"/>
              <a:buNone/>
              <a:defRPr sz="1200">
                <a:solidFill>
                  <a:srgbClr val="888888"/>
                </a:solidFill>
              </a:defRPr>
            </a:lvl8pPr>
            <a:lvl9pPr marL="4114800" lvl="8" indent="-228600" algn="l">
              <a:spcBef>
                <a:spcPts val="200"/>
              </a:spcBef>
              <a:spcAft>
                <a:spcPts val="0"/>
              </a:spcAft>
              <a:buSzPts val="1200"/>
              <a:buNone/>
              <a:defRPr sz="1200">
                <a:solidFill>
                  <a:srgbClr val="888888"/>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71"/>
        <p:cNvGrpSpPr/>
        <p:nvPr/>
      </p:nvGrpSpPr>
      <p:grpSpPr>
        <a:xfrm>
          <a:off x="0" y="0"/>
          <a:ext cx="0" cy="0"/>
          <a:chOff x="0" y="0"/>
          <a:chExt cx="0" cy="0"/>
        </a:xfrm>
      </p:grpSpPr>
      <p:sp>
        <p:nvSpPr>
          <p:cNvPr id="172" name="Google Shape;172;p33"/>
          <p:cNvSpPr txBox="1">
            <a:spLocks noGrp="1"/>
          </p:cNvSpPr>
          <p:nvPr>
            <p:ph type="body" idx="1"/>
          </p:nvPr>
        </p:nvSpPr>
        <p:spPr>
          <a:xfrm>
            <a:off x="384225" y="4580473"/>
            <a:ext cx="83754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73" name="Google Shape;173;p33"/>
          <p:cNvSpPr txBox="1">
            <a:spLocks noGrp="1"/>
          </p:cNvSpPr>
          <p:nvPr>
            <p:ph type="body" idx="2"/>
          </p:nvPr>
        </p:nvSpPr>
        <p:spPr>
          <a:xfrm>
            <a:off x="384856" y="1101716"/>
            <a:ext cx="8374500" cy="3429300"/>
          </a:xfrm>
          <a:prstGeom prst="rect">
            <a:avLst/>
          </a:prstGeom>
          <a:noFill/>
          <a:ln>
            <a:noFill/>
          </a:ln>
        </p:spPr>
        <p:txBody>
          <a:bodyPr spcFirstLastPara="1" wrap="square" lIns="0" tIns="0" rIns="0" bIns="0" anchor="t" anchorCtr="0">
            <a:noAutofit/>
          </a:bodyPr>
          <a:lstStyle>
            <a:lvl1pPr marL="457200" lvl="0" indent="-292100" algn="l">
              <a:spcBef>
                <a:spcPts val="500"/>
              </a:spcBef>
              <a:spcAft>
                <a:spcPts val="0"/>
              </a:spcAft>
              <a:buSzPts val="10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74" name="Google Shape;174;p33"/>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no source)">
  <p:cSld name="Title and Content (no source)">
    <p:spTree>
      <p:nvGrpSpPr>
        <p:cNvPr id="1" name="Shape 175"/>
        <p:cNvGrpSpPr/>
        <p:nvPr/>
      </p:nvGrpSpPr>
      <p:grpSpPr>
        <a:xfrm>
          <a:off x="0" y="0"/>
          <a:ext cx="0" cy="0"/>
          <a:chOff x="0" y="0"/>
          <a:chExt cx="0" cy="0"/>
        </a:xfrm>
      </p:grpSpPr>
      <p:sp>
        <p:nvSpPr>
          <p:cNvPr id="176" name="Google Shape;176;p34"/>
          <p:cNvSpPr txBox="1">
            <a:spLocks noGrp="1"/>
          </p:cNvSpPr>
          <p:nvPr>
            <p:ph type="body" idx="1"/>
          </p:nvPr>
        </p:nvSpPr>
        <p:spPr>
          <a:xfrm>
            <a:off x="384856" y="1101715"/>
            <a:ext cx="8374500" cy="3429300"/>
          </a:xfrm>
          <a:prstGeom prst="rect">
            <a:avLst/>
          </a:prstGeom>
          <a:noFill/>
          <a:ln>
            <a:noFill/>
          </a:ln>
        </p:spPr>
        <p:txBody>
          <a:bodyPr spcFirstLastPara="1" wrap="square" lIns="0" tIns="0" rIns="0" bIns="0" anchor="t" anchorCtr="0">
            <a:noAutofit/>
          </a:bodyPr>
          <a:lstStyle>
            <a:lvl1pPr marL="457200" lvl="0" indent="-292100" algn="l">
              <a:spcBef>
                <a:spcPts val="500"/>
              </a:spcBef>
              <a:spcAft>
                <a:spcPts val="0"/>
              </a:spcAft>
              <a:buSzPts val="10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77" name="Google Shape;177;p34"/>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178"/>
        <p:cNvGrpSpPr/>
        <p:nvPr/>
      </p:nvGrpSpPr>
      <p:grpSpPr>
        <a:xfrm>
          <a:off x="0" y="0"/>
          <a:ext cx="0" cy="0"/>
          <a:chOff x="0" y="0"/>
          <a:chExt cx="0" cy="0"/>
        </a:xfrm>
      </p:grpSpPr>
      <p:sp>
        <p:nvSpPr>
          <p:cNvPr id="179" name="Google Shape;179;p35"/>
          <p:cNvSpPr txBox="1">
            <a:spLocks noGrp="1"/>
          </p:cNvSpPr>
          <p:nvPr>
            <p:ph type="body" idx="1"/>
          </p:nvPr>
        </p:nvSpPr>
        <p:spPr>
          <a:xfrm>
            <a:off x="4726499" y="4580558"/>
            <a:ext cx="40332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80" name="Google Shape;180;p35"/>
          <p:cNvSpPr txBox="1">
            <a:spLocks noGrp="1"/>
          </p:cNvSpPr>
          <p:nvPr>
            <p:ph type="body" idx="2"/>
          </p:nvPr>
        </p:nvSpPr>
        <p:spPr>
          <a:xfrm>
            <a:off x="384225" y="4580558"/>
            <a:ext cx="40332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81" name="Google Shape;181;p35"/>
          <p:cNvSpPr txBox="1">
            <a:spLocks noGrp="1"/>
          </p:cNvSpPr>
          <p:nvPr>
            <p:ph type="body" idx="3"/>
          </p:nvPr>
        </p:nvSpPr>
        <p:spPr>
          <a:xfrm>
            <a:off x="384225" y="1101715"/>
            <a:ext cx="4033200" cy="3429300"/>
          </a:xfrm>
          <a:prstGeom prst="rect">
            <a:avLst/>
          </a:prstGeom>
          <a:noFill/>
          <a:ln>
            <a:noFill/>
          </a:ln>
        </p:spPr>
        <p:txBody>
          <a:bodyPr spcFirstLastPara="1" wrap="square" lIns="0" tIns="0" rIns="0" bIns="0" anchor="t" anchorCtr="0">
            <a:noAutofit/>
          </a:bodyPr>
          <a:lstStyle>
            <a:lvl1pPr marL="457200" lvl="0" indent="-292100" algn="l">
              <a:spcBef>
                <a:spcPts val="500"/>
              </a:spcBef>
              <a:spcAft>
                <a:spcPts val="0"/>
              </a:spcAft>
              <a:buSzPts val="10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82" name="Google Shape;182;p35"/>
          <p:cNvSpPr txBox="1">
            <a:spLocks noGrp="1"/>
          </p:cNvSpPr>
          <p:nvPr>
            <p:ph type="body" idx="4"/>
          </p:nvPr>
        </p:nvSpPr>
        <p:spPr>
          <a:xfrm>
            <a:off x="4726028" y="1101715"/>
            <a:ext cx="4033200" cy="3429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83" name="Google Shape;183;p35"/>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Boxes">
  <p:cSld name="Two Boxes">
    <p:spTree>
      <p:nvGrpSpPr>
        <p:cNvPr id="1" name="Shape 184"/>
        <p:cNvGrpSpPr/>
        <p:nvPr/>
      </p:nvGrpSpPr>
      <p:grpSpPr>
        <a:xfrm>
          <a:off x="0" y="0"/>
          <a:ext cx="0" cy="0"/>
          <a:chOff x="0" y="0"/>
          <a:chExt cx="0" cy="0"/>
        </a:xfrm>
      </p:grpSpPr>
      <p:sp>
        <p:nvSpPr>
          <p:cNvPr id="185" name="Google Shape;185;p36"/>
          <p:cNvSpPr txBox="1">
            <a:spLocks noGrp="1"/>
          </p:cNvSpPr>
          <p:nvPr>
            <p:ph type="body" idx="1"/>
          </p:nvPr>
        </p:nvSpPr>
        <p:spPr>
          <a:xfrm>
            <a:off x="4726499" y="4580473"/>
            <a:ext cx="40332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86" name="Google Shape;186;p36"/>
          <p:cNvSpPr txBox="1">
            <a:spLocks noGrp="1"/>
          </p:cNvSpPr>
          <p:nvPr>
            <p:ph type="body" idx="2"/>
          </p:nvPr>
        </p:nvSpPr>
        <p:spPr>
          <a:xfrm>
            <a:off x="384225" y="4580473"/>
            <a:ext cx="4033200" cy="147000"/>
          </a:xfrm>
          <a:prstGeom prst="rect">
            <a:avLst/>
          </a:prstGeom>
          <a:noFill/>
          <a:ln>
            <a:noFill/>
          </a:ln>
        </p:spPr>
        <p:txBody>
          <a:bodyPr spcFirstLastPara="1" wrap="square" lIns="0" tIns="0" rIns="0" bIns="0" anchor="b" anchorCtr="0">
            <a:noAutofit/>
          </a:bodyPr>
          <a:lstStyle>
            <a:lvl1pPr marL="457200" lvl="0" indent="-228600" algn="l">
              <a:spcBef>
                <a:spcPts val="500"/>
              </a:spcBef>
              <a:spcAft>
                <a:spcPts val="0"/>
              </a:spcAft>
              <a:buSzPts val="700"/>
              <a:buNone/>
              <a:defRPr sz="800" i="1"/>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87" name="Google Shape;187;p36"/>
          <p:cNvSpPr txBox="1">
            <a:spLocks noGrp="1"/>
          </p:cNvSpPr>
          <p:nvPr>
            <p:ph type="body" idx="3"/>
          </p:nvPr>
        </p:nvSpPr>
        <p:spPr>
          <a:xfrm>
            <a:off x="384225" y="1101979"/>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88" name="Google Shape;188;p36"/>
          <p:cNvSpPr txBox="1">
            <a:spLocks noGrp="1"/>
          </p:cNvSpPr>
          <p:nvPr>
            <p:ph type="body" idx="4"/>
          </p:nvPr>
        </p:nvSpPr>
        <p:spPr>
          <a:xfrm>
            <a:off x="4724745" y="1101979"/>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89" name="Google Shape;189;p36"/>
          <p:cNvSpPr txBox="1">
            <a:spLocks noGrp="1"/>
          </p:cNvSpPr>
          <p:nvPr>
            <p:ph type="body" idx="5"/>
          </p:nvPr>
        </p:nvSpPr>
        <p:spPr>
          <a:xfrm>
            <a:off x="384225" y="1395911"/>
            <a:ext cx="40332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90" name="Google Shape;190;p36"/>
          <p:cNvSpPr txBox="1">
            <a:spLocks noGrp="1"/>
          </p:cNvSpPr>
          <p:nvPr>
            <p:ph type="body" idx="6"/>
          </p:nvPr>
        </p:nvSpPr>
        <p:spPr>
          <a:xfrm>
            <a:off x="4726028" y="1395911"/>
            <a:ext cx="4033200" cy="3135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91" name="Google Shape;191;p36"/>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Four Boxes">
  <p:cSld name="Four Boxes">
    <p:spTree>
      <p:nvGrpSpPr>
        <p:cNvPr id="1" name="Shape 192"/>
        <p:cNvGrpSpPr/>
        <p:nvPr/>
      </p:nvGrpSpPr>
      <p:grpSpPr>
        <a:xfrm>
          <a:off x="0" y="0"/>
          <a:ext cx="0" cy="0"/>
          <a:chOff x="0" y="0"/>
          <a:chExt cx="0" cy="0"/>
        </a:xfrm>
      </p:grpSpPr>
      <p:sp>
        <p:nvSpPr>
          <p:cNvPr id="193" name="Google Shape;193;p37"/>
          <p:cNvSpPr txBox="1">
            <a:spLocks noGrp="1"/>
          </p:cNvSpPr>
          <p:nvPr>
            <p:ph type="body" idx="1"/>
          </p:nvPr>
        </p:nvSpPr>
        <p:spPr>
          <a:xfrm>
            <a:off x="384225" y="1395911"/>
            <a:ext cx="40332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94" name="Google Shape;194;p37"/>
          <p:cNvSpPr txBox="1">
            <a:spLocks noGrp="1"/>
          </p:cNvSpPr>
          <p:nvPr>
            <p:ph type="body" idx="2"/>
          </p:nvPr>
        </p:nvSpPr>
        <p:spPr>
          <a:xfrm>
            <a:off x="4726028" y="1395911"/>
            <a:ext cx="40332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95" name="Google Shape;195;p37"/>
          <p:cNvSpPr txBox="1">
            <a:spLocks noGrp="1"/>
          </p:cNvSpPr>
          <p:nvPr>
            <p:ph type="body" idx="3"/>
          </p:nvPr>
        </p:nvSpPr>
        <p:spPr>
          <a:xfrm>
            <a:off x="384225" y="3209145"/>
            <a:ext cx="40332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96" name="Google Shape;196;p37"/>
          <p:cNvSpPr txBox="1">
            <a:spLocks noGrp="1"/>
          </p:cNvSpPr>
          <p:nvPr>
            <p:ph type="body" idx="4"/>
          </p:nvPr>
        </p:nvSpPr>
        <p:spPr>
          <a:xfrm>
            <a:off x="4726028" y="3209145"/>
            <a:ext cx="40332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197" name="Google Shape;197;p37"/>
          <p:cNvSpPr txBox="1">
            <a:spLocks noGrp="1"/>
          </p:cNvSpPr>
          <p:nvPr>
            <p:ph type="body" idx="5"/>
          </p:nvPr>
        </p:nvSpPr>
        <p:spPr>
          <a:xfrm>
            <a:off x="384225" y="1102147"/>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98" name="Google Shape;198;p37"/>
          <p:cNvSpPr txBox="1">
            <a:spLocks noGrp="1"/>
          </p:cNvSpPr>
          <p:nvPr>
            <p:ph type="body" idx="6"/>
          </p:nvPr>
        </p:nvSpPr>
        <p:spPr>
          <a:xfrm>
            <a:off x="4724745" y="1102147"/>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199" name="Google Shape;199;p37"/>
          <p:cNvSpPr txBox="1">
            <a:spLocks noGrp="1"/>
          </p:cNvSpPr>
          <p:nvPr>
            <p:ph type="body" idx="7"/>
          </p:nvPr>
        </p:nvSpPr>
        <p:spPr>
          <a:xfrm>
            <a:off x="384225" y="2914730"/>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200" name="Google Shape;200;p37"/>
          <p:cNvSpPr txBox="1">
            <a:spLocks noGrp="1"/>
          </p:cNvSpPr>
          <p:nvPr>
            <p:ph type="body" idx="8"/>
          </p:nvPr>
        </p:nvSpPr>
        <p:spPr>
          <a:xfrm>
            <a:off x="4724745" y="2914730"/>
            <a:ext cx="40332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201" name="Google Shape;201;p37"/>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ix Boxes">
  <p:cSld name="Six Boxes">
    <p:spTree>
      <p:nvGrpSpPr>
        <p:cNvPr id="1" name="Shape 202"/>
        <p:cNvGrpSpPr/>
        <p:nvPr/>
      </p:nvGrpSpPr>
      <p:grpSpPr>
        <a:xfrm>
          <a:off x="0" y="0"/>
          <a:ext cx="0" cy="0"/>
          <a:chOff x="0" y="0"/>
          <a:chExt cx="0" cy="0"/>
        </a:xfrm>
      </p:grpSpPr>
      <p:sp>
        <p:nvSpPr>
          <p:cNvPr id="203" name="Google Shape;203;p38"/>
          <p:cNvSpPr txBox="1">
            <a:spLocks noGrp="1"/>
          </p:cNvSpPr>
          <p:nvPr>
            <p:ph type="body" idx="1"/>
          </p:nvPr>
        </p:nvSpPr>
        <p:spPr>
          <a:xfrm>
            <a:off x="6173396" y="1395911"/>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04" name="Google Shape;204;p38"/>
          <p:cNvSpPr txBox="1">
            <a:spLocks noGrp="1"/>
          </p:cNvSpPr>
          <p:nvPr>
            <p:ph type="body" idx="2"/>
          </p:nvPr>
        </p:nvSpPr>
        <p:spPr>
          <a:xfrm>
            <a:off x="3278810" y="1395911"/>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05" name="Google Shape;205;p38"/>
          <p:cNvSpPr txBox="1">
            <a:spLocks noGrp="1"/>
          </p:cNvSpPr>
          <p:nvPr>
            <p:ph type="body" idx="3"/>
          </p:nvPr>
        </p:nvSpPr>
        <p:spPr>
          <a:xfrm>
            <a:off x="384225" y="1395911"/>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06" name="Google Shape;206;p38"/>
          <p:cNvSpPr txBox="1">
            <a:spLocks noGrp="1"/>
          </p:cNvSpPr>
          <p:nvPr>
            <p:ph type="body" idx="4"/>
          </p:nvPr>
        </p:nvSpPr>
        <p:spPr>
          <a:xfrm>
            <a:off x="6173396" y="3208702"/>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07" name="Google Shape;207;p38"/>
          <p:cNvSpPr txBox="1">
            <a:spLocks noGrp="1"/>
          </p:cNvSpPr>
          <p:nvPr>
            <p:ph type="body" idx="5"/>
          </p:nvPr>
        </p:nvSpPr>
        <p:spPr>
          <a:xfrm>
            <a:off x="3278810" y="3208702"/>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08" name="Google Shape;208;p38"/>
          <p:cNvSpPr txBox="1">
            <a:spLocks noGrp="1"/>
          </p:cNvSpPr>
          <p:nvPr>
            <p:ph type="body" idx="6"/>
          </p:nvPr>
        </p:nvSpPr>
        <p:spPr>
          <a:xfrm>
            <a:off x="384225" y="3208702"/>
            <a:ext cx="2586600" cy="13227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09" name="Google Shape;209;p38"/>
          <p:cNvSpPr txBox="1">
            <a:spLocks noGrp="1"/>
          </p:cNvSpPr>
          <p:nvPr>
            <p:ph type="body" idx="7"/>
          </p:nvPr>
        </p:nvSpPr>
        <p:spPr>
          <a:xfrm>
            <a:off x="384225" y="1102776"/>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210" name="Google Shape;210;p38"/>
          <p:cNvSpPr txBox="1">
            <a:spLocks noGrp="1"/>
          </p:cNvSpPr>
          <p:nvPr>
            <p:ph type="body" idx="8"/>
          </p:nvPr>
        </p:nvSpPr>
        <p:spPr>
          <a:xfrm>
            <a:off x="3278810" y="1102776"/>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211" name="Google Shape;211;p38"/>
          <p:cNvSpPr txBox="1">
            <a:spLocks noGrp="1"/>
          </p:cNvSpPr>
          <p:nvPr>
            <p:ph type="body" idx="9"/>
          </p:nvPr>
        </p:nvSpPr>
        <p:spPr>
          <a:xfrm>
            <a:off x="6173396" y="1102776"/>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212" name="Google Shape;212;p38"/>
          <p:cNvSpPr txBox="1">
            <a:spLocks noGrp="1"/>
          </p:cNvSpPr>
          <p:nvPr>
            <p:ph type="body" idx="13"/>
          </p:nvPr>
        </p:nvSpPr>
        <p:spPr>
          <a:xfrm>
            <a:off x="384225" y="2914730"/>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213" name="Google Shape;213;p38"/>
          <p:cNvSpPr txBox="1">
            <a:spLocks noGrp="1"/>
          </p:cNvSpPr>
          <p:nvPr>
            <p:ph type="body" idx="14"/>
          </p:nvPr>
        </p:nvSpPr>
        <p:spPr>
          <a:xfrm>
            <a:off x="3278810" y="2914730"/>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214" name="Google Shape;214;p38"/>
          <p:cNvSpPr txBox="1">
            <a:spLocks noGrp="1"/>
          </p:cNvSpPr>
          <p:nvPr>
            <p:ph type="body" idx="15"/>
          </p:nvPr>
        </p:nvSpPr>
        <p:spPr>
          <a:xfrm>
            <a:off x="6173396" y="2914730"/>
            <a:ext cx="2586600" cy="24480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300" b="1">
                <a:solidFill>
                  <a:schemeClr val="accent2"/>
                </a:solidFill>
              </a:defRPr>
            </a:lvl1pPr>
            <a:lvl2pPr marL="914400" lvl="1" indent="-228600" algn="l">
              <a:spcBef>
                <a:spcPts val="200"/>
              </a:spcBef>
              <a:spcAft>
                <a:spcPts val="0"/>
              </a:spcAft>
              <a:buSzPts val="1800"/>
              <a:buNone/>
              <a:defRPr sz="1800" b="1"/>
            </a:lvl2pPr>
            <a:lvl3pPr marL="1371600" lvl="2" indent="-228600" algn="l">
              <a:spcBef>
                <a:spcPts val="200"/>
              </a:spcBef>
              <a:spcAft>
                <a:spcPts val="0"/>
              </a:spcAft>
              <a:buSzPts val="1600"/>
              <a:buNone/>
              <a:defRPr sz="1600" b="1"/>
            </a:lvl3pPr>
            <a:lvl4pPr marL="1828800" lvl="3" indent="-228600" algn="l">
              <a:spcBef>
                <a:spcPts val="200"/>
              </a:spcBef>
              <a:spcAft>
                <a:spcPts val="0"/>
              </a:spcAft>
              <a:buSzPts val="1400"/>
              <a:buNone/>
              <a:defRPr sz="1400" b="1"/>
            </a:lvl4pPr>
            <a:lvl5pPr marL="2286000" lvl="4" indent="-228600" algn="l">
              <a:spcBef>
                <a:spcPts val="200"/>
              </a:spcBef>
              <a:spcAft>
                <a:spcPts val="0"/>
              </a:spcAft>
              <a:buSzPts val="1400"/>
              <a:buNone/>
              <a:defRPr sz="1400" b="1"/>
            </a:lvl5pPr>
            <a:lvl6pPr marL="2743200" lvl="5" indent="-228600" algn="l">
              <a:spcBef>
                <a:spcPts val="200"/>
              </a:spcBef>
              <a:spcAft>
                <a:spcPts val="0"/>
              </a:spcAft>
              <a:buSzPts val="1400"/>
              <a:buNone/>
              <a:defRPr sz="1400" b="1"/>
            </a:lvl6pPr>
            <a:lvl7pPr marL="3200400" lvl="6" indent="-228600" algn="l">
              <a:spcBef>
                <a:spcPts val="200"/>
              </a:spcBef>
              <a:spcAft>
                <a:spcPts val="0"/>
              </a:spcAft>
              <a:buSzPts val="1400"/>
              <a:buNone/>
              <a:defRPr sz="1400" b="1"/>
            </a:lvl7pPr>
            <a:lvl8pPr marL="3657600" lvl="7" indent="-228600" algn="l">
              <a:spcBef>
                <a:spcPts val="200"/>
              </a:spcBef>
              <a:spcAft>
                <a:spcPts val="0"/>
              </a:spcAft>
              <a:buSzPts val="1400"/>
              <a:buNone/>
              <a:defRPr sz="1400" b="1"/>
            </a:lvl8pPr>
            <a:lvl9pPr marL="4114800" lvl="8" indent="-228600" algn="l">
              <a:spcBef>
                <a:spcPts val="200"/>
              </a:spcBef>
              <a:spcAft>
                <a:spcPts val="0"/>
              </a:spcAft>
              <a:buSzPts val="1400"/>
              <a:buNone/>
              <a:defRPr sz="1400" b="1"/>
            </a:lvl9pPr>
          </a:lstStyle>
          <a:p>
            <a:endParaRPr/>
          </a:p>
        </p:txBody>
      </p:sp>
      <p:sp>
        <p:nvSpPr>
          <p:cNvPr id="215" name="Google Shape;215;p38"/>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Thirds – One Third">
  <p:cSld name="Two Thirds – One Third">
    <p:spTree>
      <p:nvGrpSpPr>
        <p:cNvPr id="1" name="Shape 216"/>
        <p:cNvGrpSpPr/>
        <p:nvPr/>
      </p:nvGrpSpPr>
      <p:grpSpPr>
        <a:xfrm>
          <a:off x="0" y="0"/>
          <a:ext cx="0" cy="0"/>
          <a:chOff x="0" y="0"/>
          <a:chExt cx="0" cy="0"/>
        </a:xfrm>
      </p:grpSpPr>
      <p:sp>
        <p:nvSpPr>
          <p:cNvPr id="217" name="Google Shape;217;p39"/>
          <p:cNvSpPr txBox="1">
            <a:spLocks noGrp="1"/>
          </p:cNvSpPr>
          <p:nvPr>
            <p:ph type="body" idx="1"/>
          </p:nvPr>
        </p:nvSpPr>
        <p:spPr>
          <a:xfrm>
            <a:off x="384225" y="1101715"/>
            <a:ext cx="5481000" cy="3429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18" name="Google Shape;218;p39"/>
          <p:cNvSpPr txBox="1">
            <a:spLocks noGrp="1"/>
          </p:cNvSpPr>
          <p:nvPr>
            <p:ph type="body" idx="2"/>
          </p:nvPr>
        </p:nvSpPr>
        <p:spPr>
          <a:xfrm>
            <a:off x="6173396" y="1101715"/>
            <a:ext cx="2586600" cy="3429300"/>
          </a:xfrm>
          <a:prstGeom prst="rect">
            <a:avLst/>
          </a:prstGeom>
          <a:noFill/>
          <a:ln>
            <a:noFill/>
          </a:ln>
        </p:spPr>
        <p:txBody>
          <a:bodyPr spcFirstLastPara="1" wrap="square" lIns="0" tIns="0" rIns="0" bIns="0" anchor="t" anchorCtr="0">
            <a:noAutofit/>
          </a:bodyPr>
          <a:lstStyle>
            <a:lvl1pPr marL="457200" lvl="0" indent="-311150" algn="l">
              <a:spcBef>
                <a:spcPts val="500"/>
              </a:spcBef>
              <a:spcAft>
                <a:spcPts val="0"/>
              </a:spcAft>
              <a:buSzPts val="1300"/>
              <a:buChar char="●"/>
              <a:defRPr/>
            </a:lvl1pPr>
            <a:lvl2pPr marL="914400" lvl="1" indent="-317500" algn="l">
              <a:spcBef>
                <a:spcPts val="200"/>
              </a:spcBef>
              <a:spcAft>
                <a:spcPts val="0"/>
              </a:spcAft>
              <a:buSzPts val="1400"/>
              <a:buChar char="–"/>
              <a:defRPr/>
            </a:lvl2pPr>
            <a:lvl3pPr marL="1371600" lvl="2" indent="-317500" algn="l">
              <a:spcBef>
                <a:spcPts val="200"/>
              </a:spcBef>
              <a:spcAft>
                <a:spcPts val="0"/>
              </a:spcAft>
              <a:buSzPts val="1400"/>
              <a:buChar char="•"/>
              <a:defRPr/>
            </a:lvl3pPr>
            <a:lvl4pPr marL="1828800" lvl="3" indent="-317500" algn="l">
              <a:spcBef>
                <a:spcPts val="200"/>
              </a:spcBef>
              <a:spcAft>
                <a:spcPts val="0"/>
              </a:spcAft>
              <a:buSzPts val="1400"/>
              <a:buChar char="–"/>
              <a:defRPr/>
            </a:lvl4pPr>
            <a:lvl5pPr marL="2286000" lvl="4" indent="-317500" algn="l">
              <a:spcBef>
                <a:spcPts val="200"/>
              </a:spcBef>
              <a:spcAft>
                <a:spcPts val="0"/>
              </a:spcAft>
              <a:buSzPts val="1400"/>
              <a:buChar char="•"/>
              <a:defRPr/>
            </a:lvl5pPr>
            <a:lvl6pPr marL="2743200" lvl="5" indent="-317500" algn="l">
              <a:spcBef>
                <a:spcPts val="200"/>
              </a:spcBef>
              <a:spcAft>
                <a:spcPts val="0"/>
              </a:spcAft>
              <a:buSzPts val="1400"/>
              <a:buChar char="–"/>
              <a:defRPr/>
            </a:lvl6pPr>
            <a:lvl7pPr marL="3200400" lvl="6" indent="-317500" algn="l">
              <a:spcBef>
                <a:spcPts val="200"/>
              </a:spcBef>
              <a:spcAft>
                <a:spcPts val="0"/>
              </a:spcAft>
              <a:buSzPts val="1400"/>
              <a:buChar char="•"/>
              <a:defRPr/>
            </a:lvl7pPr>
            <a:lvl8pPr marL="3657600" lvl="7" indent="-317500" algn="l">
              <a:spcBef>
                <a:spcPts val="200"/>
              </a:spcBef>
              <a:spcAft>
                <a:spcPts val="0"/>
              </a:spcAft>
              <a:buSzPts val="1400"/>
              <a:buChar char="–"/>
              <a:defRPr/>
            </a:lvl8pPr>
            <a:lvl9pPr marL="4114800" lvl="8" indent="-317500" algn="l">
              <a:spcBef>
                <a:spcPts val="200"/>
              </a:spcBef>
              <a:spcAft>
                <a:spcPts val="0"/>
              </a:spcAft>
              <a:buSzPts val="1400"/>
              <a:buChar char="•"/>
              <a:defRPr/>
            </a:lvl9pPr>
          </a:lstStyle>
          <a:p>
            <a:endParaRPr/>
          </a:p>
        </p:txBody>
      </p:sp>
      <p:sp>
        <p:nvSpPr>
          <p:cNvPr id="219" name="Google Shape;219;p39"/>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cture and Quote">
  <p:cSld name="Picture and Quote">
    <p:spTree>
      <p:nvGrpSpPr>
        <p:cNvPr id="1" name="Shape 220"/>
        <p:cNvGrpSpPr/>
        <p:nvPr/>
      </p:nvGrpSpPr>
      <p:grpSpPr>
        <a:xfrm>
          <a:off x="0" y="0"/>
          <a:ext cx="0" cy="0"/>
          <a:chOff x="0" y="0"/>
          <a:chExt cx="0" cy="0"/>
        </a:xfrm>
      </p:grpSpPr>
      <p:sp>
        <p:nvSpPr>
          <p:cNvPr id="221" name="Google Shape;221;p40"/>
          <p:cNvSpPr>
            <a:spLocks noGrp="1"/>
          </p:cNvSpPr>
          <p:nvPr>
            <p:ph type="pic" idx="2"/>
          </p:nvPr>
        </p:nvSpPr>
        <p:spPr>
          <a:xfrm>
            <a:off x="4386682" y="-7348"/>
            <a:ext cx="4757400" cy="4492500"/>
          </a:xfrm>
          <a:prstGeom prst="rect">
            <a:avLst/>
          </a:prstGeom>
          <a:solidFill>
            <a:schemeClr val="lt2"/>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2"/>
        <p:cNvGrpSpPr/>
        <p:nvPr/>
      </p:nvGrpSpPr>
      <p:grpSpPr>
        <a:xfrm>
          <a:off x="0" y="0"/>
          <a:ext cx="0" cy="0"/>
          <a:chOff x="0" y="0"/>
          <a:chExt cx="0" cy="0"/>
        </a:xfrm>
      </p:grpSpPr>
      <p:sp>
        <p:nvSpPr>
          <p:cNvPr id="223" name="Google Shape;223;p41"/>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4"/>
        <p:cNvGrpSpPr/>
        <p:nvPr/>
      </p:nvGrpSpPr>
      <p:grpSpPr>
        <a:xfrm>
          <a:off x="0" y="0"/>
          <a:ext cx="0" cy="0"/>
          <a:chOff x="0" y="0"/>
          <a:chExt cx="0" cy="0"/>
        </a:xfrm>
      </p:grpSpPr>
      <p:sp>
        <p:nvSpPr>
          <p:cNvPr id="225" name="Google Shape;225;p42"/>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lvl1pPr lvl="0">
              <a:spcBef>
                <a:spcPts val="0"/>
              </a:spcBef>
              <a:spcAft>
                <a:spcPts val="0"/>
              </a:spcAft>
              <a:buSzPts val="26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6" name="Google Shape;226;p42"/>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lvl1pPr marL="457200" lvl="0" indent="-292100">
              <a:spcBef>
                <a:spcPts val="500"/>
              </a:spcBef>
              <a:spcAft>
                <a:spcPts val="0"/>
              </a:spcAft>
              <a:buSzPts val="1000"/>
              <a:buChar char="●"/>
              <a:defRPr/>
            </a:lvl1pPr>
            <a:lvl2pPr marL="914400" lvl="1" indent="-298450">
              <a:spcBef>
                <a:spcPts val="200"/>
              </a:spcBef>
              <a:spcAft>
                <a:spcPts val="0"/>
              </a:spcAft>
              <a:buSzPts val="1100"/>
              <a:buChar char="–"/>
              <a:defRPr/>
            </a:lvl2pPr>
            <a:lvl3pPr marL="1371600" lvl="2" indent="-298450">
              <a:spcBef>
                <a:spcPts val="200"/>
              </a:spcBef>
              <a:spcAft>
                <a:spcPts val="0"/>
              </a:spcAft>
              <a:buSzPts val="1100"/>
              <a:buChar char="•"/>
              <a:defRPr/>
            </a:lvl3pPr>
            <a:lvl4pPr marL="1828800" lvl="3" indent="-298450">
              <a:spcBef>
                <a:spcPts val="200"/>
              </a:spcBef>
              <a:spcAft>
                <a:spcPts val="0"/>
              </a:spcAft>
              <a:buSzPts val="1100"/>
              <a:buChar char="–"/>
              <a:defRPr/>
            </a:lvl4pPr>
            <a:lvl5pPr marL="2286000" lvl="4" indent="-298450">
              <a:spcBef>
                <a:spcPts val="200"/>
              </a:spcBef>
              <a:spcAft>
                <a:spcPts val="0"/>
              </a:spcAft>
              <a:buSzPts val="1100"/>
              <a:buChar char="•"/>
              <a:defRPr/>
            </a:lvl5pPr>
            <a:lvl6pPr marL="2743200" lvl="5" indent="-298450">
              <a:spcBef>
                <a:spcPts val="200"/>
              </a:spcBef>
              <a:spcAft>
                <a:spcPts val="0"/>
              </a:spcAft>
              <a:buSzPts val="1100"/>
              <a:buChar char="–"/>
              <a:defRPr/>
            </a:lvl6pPr>
            <a:lvl7pPr marL="3200400" lvl="6" indent="-298450">
              <a:spcBef>
                <a:spcPts val="200"/>
              </a:spcBef>
              <a:spcAft>
                <a:spcPts val="0"/>
              </a:spcAft>
              <a:buSzPts val="1100"/>
              <a:buChar char="•"/>
              <a:defRPr/>
            </a:lvl7pPr>
            <a:lvl8pPr marL="3657600" lvl="7" indent="-298450">
              <a:spcBef>
                <a:spcPts val="200"/>
              </a:spcBef>
              <a:spcAft>
                <a:spcPts val="0"/>
              </a:spcAft>
              <a:buSzPts val="1100"/>
              <a:buChar char="–"/>
              <a:defRPr/>
            </a:lvl8pPr>
            <a:lvl9pPr marL="4114800" lvl="8" indent="-298450">
              <a:spcBef>
                <a:spcPts val="200"/>
              </a:spcBef>
              <a:spcAft>
                <a:spcPts val="0"/>
              </a:spcAft>
              <a:buSzPts val="1100"/>
              <a:buChar char="•"/>
              <a:defRPr/>
            </a:lvl9pPr>
          </a:lstStyle>
          <a:p>
            <a:endParaRPr/>
          </a:p>
        </p:txBody>
      </p:sp>
      <p:sp>
        <p:nvSpPr>
          <p:cNvPr id="227" name="Google Shape;227;p42"/>
          <p:cNvSpPr txBox="1">
            <a:spLocks noGrp="1"/>
          </p:cNvSpPr>
          <p:nvPr>
            <p:ph type="sldNum" idx="12"/>
          </p:nvPr>
        </p:nvSpPr>
        <p:spPr>
          <a:xfrm>
            <a:off x="8472458" y="4663217"/>
            <a:ext cx="548700" cy="393600"/>
          </a:xfrm>
          <a:prstGeom prst="rect">
            <a:avLst/>
          </a:prstGeom>
          <a:noFill/>
          <a:ln>
            <a:noFill/>
          </a:ln>
        </p:spPr>
        <p:txBody>
          <a:bodyPr spcFirstLastPara="1" wrap="square" lIns="83550" tIns="83550" rIns="83550" bIns="83550" anchor="ctr" anchorCtr="0">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image" Target="../media/image5.png"/><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22">
            <a:alphaModFix/>
          </a:blip>
          <a:srcRect/>
          <a:stretch/>
        </p:blipFill>
        <p:spPr>
          <a:xfrm>
            <a:off x="6173396" y="0"/>
            <a:ext cx="2363289" cy="451688"/>
          </a:xfrm>
          <a:prstGeom prst="rect">
            <a:avLst/>
          </a:prstGeom>
          <a:noFill/>
          <a:ln>
            <a:noFill/>
          </a:ln>
        </p:spPr>
      </p:pic>
      <p:cxnSp>
        <p:nvCxnSpPr>
          <p:cNvPr id="7" name="Google Shape;7;p1"/>
          <p:cNvCxnSpPr/>
          <p:nvPr/>
        </p:nvCxnSpPr>
        <p:spPr>
          <a:xfrm>
            <a:off x="384225" y="4776447"/>
            <a:ext cx="8375400" cy="0"/>
          </a:xfrm>
          <a:prstGeom prst="straightConnector1">
            <a:avLst/>
          </a:prstGeom>
          <a:noFill/>
          <a:ln w="7600" cap="flat" cmpd="sng">
            <a:solidFill>
              <a:schemeClr val="accent2"/>
            </a:solidFill>
            <a:prstDash val="solid"/>
            <a:round/>
            <a:headEnd type="none" w="sm" len="sm"/>
            <a:tailEnd type="none" w="sm" len="sm"/>
          </a:ln>
        </p:spPr>
      </p:cxnSp>
      <p:sp>
        <p:nvSpPr>
          <p:cNvPr id="8" name="Google Shape;8;p1"/>
          <p:cNvSpPr txBox="1"/>
          <p:nvPr/>
        </p:nvSpPr>
        <p:spPr>
          <a:xfrm>
            <a:off x="384225" y="4825467"/>
            <a:ext cx="307800" cy="24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900"/>
              <a:buFont typeface="Arial"/>
              <a:buNone/>
            </a:pPr>
            <a:fld id="{00000000-1234-1234-1234-123412341234}" type="slidenum">
              <a:rPr lang="en" sz="900" b="1" i="0" u="none" strike="noStrike" cap="none">
                <a:solidFill>
                  <a:schemeClr val="dk2"/>
                </a:solidFill>
                <a:latin typeface="Arial"/>
                <a:ea typeface="Arial"/>
                <a:cs typeface="Arial"/>
                <a:sym typeface="Arial"/>
              </a:rPr>
              <a:t>‹#›</a:t>
            </a:fld>
            <a:endParaRPr sz="900" b="1" i="0" u="none" strike="noStrike" cap="none">
              <a:solidFill>
                <a:schemeClr val="dk2"/>
              </a:solidFill>
              <a:latin typeface="Arial"/>
              <a:ea typeface="Arial"/>
              <a:cs typeface="Arial"/>
              <a:sym typeface="Arial"/>
            </a:endParaRPr>
          </a:p>
        </p:txBody>
      </p:sp>
      <p:sp>
        <p:nvSpPr>
          <p:cNvPr id="9" name="Google Shape;9;p1"/>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2600"/>
              <a:buFont typeface="Arial"/>
              <a:buNone/>
              <a:defRPr sz="2600" b="1"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10" name="Google Shape;10;p1"/>
          <p:cNvSpPr txBox="1">
            <a:spLocks noGrp="1"/>
          </p:cNvSpPr>
          <p:nvPr>
            <p:ph type="body" idx="1"/>
          </p:nvPr>
        </p:nvSpPr>
        <p:spPr>
          <a:xfrm>
            <a:off x="384856" y="1102226"/>
            <a:ext cx="8374500" cy="3429000"/>
          </a:xfrm>
          <a:prstGeom prst="rect">
            <a:avLst/>
          </a:prstGeom>
          <a:noFill/>
          <a:ln>
            <a:noFill/>
          </a:ln>
        </p:spPr>
        <p:txBody>
          <a:bodyPr spcFirstLastPara="1" wrap="square" lIns="0" tIns="0" rIns="0" bIns="0" anchor="t" anchorCtr="0">
            <a:noAutofit/>
          </a:bodyPr>
          <a:lstStyle>
            <a:lvl1pPr marL="457200" marR="0" lvl="0" indent="-292100" algn="l">
              <a:spcBef>
                <a:spcPts val="500"/>
              </a:spcBef>
              <a:spcAft>
                <a:spcPts val="0"/>
              </a:spcAft>
              <a:buClr>
                <a:schemeClr val="accent2"/>
              </a:buClr>
              <a:buSzPts val="1000"/>
              <a:buFont typeface="Arial"/>
              <a:buChar char="●"/>
              <a:defRPr sz="1100" b="0" i="0" u="none" strike="noStrike" cap="none">
                <a:solidFill>
                  <a:schemeClr val="dk1"/>
                </a:solidFill>
                <a:latin typeface="Arial"/>
                <a:ea typeface="Arial"/>
                <a:cs typeface="Arial"/>
                <a:sym typeface="Arial"/>
              </a:defRPr>
            </a:lvl1pPr>
            <a:lvl2pPr marL="914400" marR="0" lvl="1"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42">
          <p15:clr>
            <a:srgbClr val="F26B43"/>
          </p15:clr>
        </p15:guide>
        <p15:guide id="2" pos="5518">
          <p15:clr>
            <a:srgbClr val="F26B43"/>
          </p15:clr>
        </p15:guide>
        <p15:guide id="3" pos="3889">
          <p15:clr>
            <a:srgbClr val="F26B43"/>
          </p15:clr>
        </p15:guide>
        <p15:guide id="4" pos="3695">
          <p15:clr>
            <a:srgbClr val="F26B43"/>
          </p15:clr>
        </p15:guide>
        <p15:guide id="5" pos="2065">
          <p15:clr>
            <a:srgbClr val="F26B43"/>
          </p15:clr>
        </p15:guide>
        <p15:guide id="6" pos="1871">
          <p15:clr>
            <a:srgbClr val="F26B43"/>
          </p15:clr>
        </p15:guide>
        <p15:guide id="7" pos="2781">
          <p15:clr>
            <a:srgbClr val="F26B43"/>
          </p15:clr>
        </p15:guide>
        <p15:guide id="8" pos="2976">
          <p15:clr>
            <a:srgbClr val="F26B43"/>
          </p15:clr>
        </p15:guide>
        <p15:guide id="9" orient="horz" pos="1713">
          <p15:clr>
            <a:srgbClr val="F26B43"/>
          </p15:clr>
        </p15:guide>
        <p15:guide id="10" orient="horz" pos="1836">
          <p15:clr>
            <a:srgbClr val="F26B43"/>
          </p15:clr>
        </p15:guide>
        <p15:guide id="11" orient="horz" pos="601">
          <p15:clr>
            <a:srgbClr val="F26B43"/>
          </p15:clr>
        </p15:guide>
        <p15:guide id="12" orient="horz" pos="694">
          <p15:clr>
            <a:srgbClr val="F26B43"/>
          </p15:clr>
        </p15:guide>
        <p15:guide id="13" orient="horz" pos="285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pic>
        <p:nvPicPr>
          <p:cNvPr id="116" name="Google Shape;116;p22"/>
          <p:cNvPicPr preferRelativeResize="0"/>
          <p:nvPr/>
        </p:nvPicPr>
        <p:blipFill rotWithShape="1">
          <a:blip r:embed="rId22">
            <a:alphaModFix/>
          </a:blip>
          <a:srcRect/>
          <a:stretch/>
        </p:blipFill>
        <p:spPr>
          <a:xfrm>
            <a:off x="6173396" y="0"/>
            <a:ext cx="2363289" cy="451688"/>
          </a:xfrm>
          <a:prstGeom prst="rect">
            <a:avLst/>
          </a:prstGeom>
          <a:noFill/>
          <a:ln>
            <a:noFill/>
          </a:ln>
        </p:spPr>
      </p:pic>
      <p:cxnSp>
        <p:nvCxnSpPr>
          <p:cNvPr id="117" name="Google Shape;117;p22"/>
          <p:cNvCxnSpPr/>
          <p:nvPr/>
        </p:nvCxnSpPr>
        <p:spPr>
          <a:xfrm>
            <a:off x="384225" y="4776447"/>
            <a:ext cx="8375400" cy="0"/>
          </a:xfrm>
          <a:prstGeom prst="straightConnector1">
            <a:avLst/>
          </a:prstGeom>
          <a:noFill/>
          <a:ln w="7600" cap="flat" cmpd="sng">
            <a:solidFill>
              <a:schemeClr val="accent2"/>
            </a:solidFill>
            <a:prstDash val="solid"/>
            <a:round/>
            <a:headEnd type="none" w="sm" len="sm"/>
            <a:tailEnd type="none" w="sm" len="sm"/>
          </a:ln>
        </p:spPr>
      </p:cxnSp>
      <p:pic>
        <p:nvPicPr>
          <p:cNvPr id="118" name="Google Shape;118;p22"/>
          <p:cNvPicPr preferRelativeResize="0"/>
          <p:nvPr/>
        </p:nvPicPr>
        <p:blipFill rotWithShape="1">
          <a:blip r:embed="rId23">
            <a:alphaModFix/>
          </a:blip>
          <a:srcRect/>
          <a:stretch/>
        </p:blipFill>
        <p:spPr>
          <a:xfrm>
            <a:off x="7445079" y="4825440"/>
            <a:ext cx="1067935" cy="155063"/>
          </a:xfrm>
          <a:prstGeom prst="rect">
            <a:avLst/>
          </a:prstGeom>
          <a:noFill/>
          <a:ln>
            <a:noFill/>
          </a:ln>
        </p:spPr>
      </p:pic>
      <p:sp>
        <p:nvSpPr>
          <p:cNvPr id="119" name="Google Shape;119;p22"/>
          <p:cNvSpPr txBox="1"/>
          <p:nvPr/>
        </p:nvSpPr>
        <p:spPr>
          <a:xfrm>
            <a:off x="384225" y="4825467"/>
            <a:ext cx="307800" cy="24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900"/>
              <a:buFont typeface="Arial"/>
              <a:buNone/>
            </a:pPr>
            <a:fld id="{00000000-1234-1234-1234-123412341234}" type="slidenum">
              <a:rPr lang="en" sz="900" b="1" i="0" u="none" strike="noStrike" cap="none">
                <a:solidFill>
                  <a:schemeClr val="dk2"/>
                </a:solidFill>
                <a:latin typeface="Arial"/>
                <a:ea typeface="Arial"/>
                <a:cs typeface="Arial"/>
                <a:sym typeface="Arial"/>
              </a:rPr>
              <a:t>‹#›</a:t>
            </a:fld>
            <a:endParaRPr sz="900" b="1" i="0" u="none" strike="noStrike" cap="none">
              <a:solidFill>
                <a:schemeClr val="dk2"/>
              </a:solidFill>
              <a:latin typeface="Arial"/>
              <a:ea typeface="Arial"/>
              <a:cs typeface="Arial"/>
              <a:sym typeface="Arial"/>
            </a:endParaRPr>
          </a:p>
        </p:txBody>
      </p:sp>
      <p:sp>
        <p:nvSpPr>
          <p:cNvPr id="120" name="Google Shape;120;p22"/>
          <p:cNvSpPr txBox="1"/>
          <p:nvPr/>
        </p:nvSpPr>
        <p:spPr>
          <a:xfrm>
            <a:off x="753813" y="4825467"/>
            <a:ext cx="6281700" cy="150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accent2"/>
              </a:buClr>
              <a:buSzPts val="800"/>
              <a:buFont typeface="Arial"/>
              <a:buNone/>
            </a:pPr>
            <a:r>
              <a:rPr lang="en" sz="900">
                <a:solidFill>
                  <a:schemeClr val="dk2"/>
                </a:solidFill>
              </a:rPr>
              <a:t>April 24</a:t>
            </a:r>
            <a:r>
              <a:rPr lang="en" sz="900" b="0" i="0" u="none" strike="noStrike" cap="none">
                <a:solidFill>
                  <a:schemeClr val="dk2"/>
                </a:solidFill>
                <a:latin typeface="Arial"/>
                <a:ea typeface="Arial"/>
                <a:cs typeface="Arial"/>
                <a:sym typeface="Arial"/>
              </a:rPr>
              <a:t>, </a:t>
            </a:r>
            <a:r>
              <a:rPr lang="en" sz="900">
                <a:solidFill>
                  <a:schemeClr val="dk2"/>
                </a:solidFill>
              </a:rPr>
              <a:t>2026</a:t>
            </a:r>
            <a:endParaRPr sz="900" b="0" i="0" u="none" strike="noStrike" cap="none">
              <a:solidFill>
                <a:schemeClr val="dk2"/>
              </a:solidFill>
              <a:latin typeface="Arial"/>
              <a:ea typeface="Arial"/>
              <a:cs typeface="Arial"/>
              <a:sym typeface="Arial"/>
            </a:endParaRPr>
          </a:p>
        </p:txBody>
      </p:sp>
      <p:sp>
        <p:nvSpPr>
          <p:cNvPr id="121" name="Google Shape;121;p22"/>
          <p:cNvSpPr txBox="1">
            <a:spLocks noGrp="1"/>
          </p:cNvSpPr>
          <p:nvPr>
            <p:ph type="title"/>
          </p:nvPr>
        </p:nvSpPr>
        <p:spPr>
          <a:xfrm>
            <a:off x="384225" y="367087"/>
            <a:ext cx="5789400" cy="588000"/>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2600"/>
              <a:buFont typeface="Arial"/>
              <a:buNone/>
              <a:defRPr sz="2600" b="1"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122" name="Google Shape;122;p22"/>
          <p:cNvSpPr txBox="1">
            <a:spLocks noGrp="1"/>
          </p:cNvSpPr>
          <p:nvPr>
            <p:ph type="body" idx="1"/>
          </p:nvPr>
        </p:nvSpPr>
        <p:spPr>
          <a:xfrm>
            <a:off x="384856" y="1102226"/>
            <a:ext cx="8374500" cy="3429000"/>
          </a:xfrm>
          <a:prstGeom prst="rect">
            <a:avLst/>
          </a:prstGeom>
          <a:noFill/>
          <a:ln>
            <a:noFill/>
          </a:ln>
        </p:spPr>
        <p:txBody>
          <a:bodyPr spcFirstLastPara="1" wrap="square" lIns="0" tIns="0" rIns="0" bIns="0" anchor="t" anchorCtr="0">
            <a:noAutofit/>
          </a:bodyPr>
          <a:lstStyle>
            <a:lvl1pPr marL="457200" marR="0" lvl="0" indent="-292100" algn="l">
              <a:spcBef>
                <a:spcPts val="500"/>
              </a:spcBef>
              <a:spcAft>
                <a:spcPts val="0"/>
              </a:spcAft>
              <a:buClr>
                <a:schemeClr val="accent2"/>
              </a:buClr>
              <a:buSzPts val="1000"/>
              <a:buFont typeface="Arial"/>
              <a:buChar char="●"/>
              <a:defRPr sz="1100" b="0" i="0" u="none" strike="noStrike" cap="none">
                <a:solidFill>
                  <a:schemeClr val="dk1"/>
                </a:solidFill>
                <a:latin typeface="Arial"/>
                <a:ea typeface="Arial"/>
                <a:cs typeface="Arial"/>
                <a:sym typeface="Arial"/>
              </a:defRPr>
            </a:lvl1pPr>
            <a:lvl2pPr marL="914400" marR="0" lvl="1"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a:spcBef>
                <a:spcPts val="200"/>
              </a:spcBef>
              <a:spcAft>
                <a:spcPts val="0"/>
              </a:spcAft>
              <a:buClr>
                <a:schemeClr val="accent2"/>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42">
          <p15:clr>
            <a:srgbClr val="F26B43"/>
          </p15:clr>
        </p15:guide>
        <p15:guide id="2" pos="5518">
          <p15:clr>
            <a:srgbClr val="F26B43"/>
          </p15:clr>
        </p15:guide>
        <p15:guide id="3" pos="3889">
          <p15:clr>
            <a:srgbClr val="F26B43"/>
          </p15:clr>
        </p15:guide>
        <p15:guide id="4" pos="3695">
          <p15:clr>
            <a:srgbClr val="F26B43"/>
          </p15:clr>
        </p15:guide>
        <p15:guide id="5" pos="2065">
          <p15:clr>
            <a:srgbClr val="F26B43"/>
          </p15:clr>
        </p15:guide>
        <p15:guide id="6" pos="1871">
          <p15:clr>
            <a:srgbClr val="F26B43"/>
          </p15:clr>
        </p15:guide>
        <p15:guide id="7" pos="2781">
          <p15:clr>
            <a:srgbClr val="F26B43"/>
          </p15:clr>
        </p15:guide>
        <p15:guide id="8" pos="2976">
          <p15:clr>
            <a:srgbClr val="F26B43"/>
          </p15:clr>
        </p15:guide>
        <p15:guide id="9" orient="horz" pos="1713">
          <p15:clr>
            <a:srgbClr val="F26B43"/>
          </p15:clr>
        </p15:guide>
        <p15:guide id="10" orient="horz" pos="1836">
          <p15:clr>
            <a:srgbClr val="F26B43"/>
          </p15:clr>
        </p15:guide>
        <p15:guide id="11" orient="horz" pos="601">
          <p15:clr>
            <a:srgbClr val="F26B43"/>
          </p15:clr>
        </p15:guide>
        <p15:guide id="12" orient="horz" pos="694">
          <p15:clr>
            <a:srgbClr val="F26B43"/>
          </p15:clr>
        </p15:guide>
        <p15:guide id="13" orient="horz" pos="285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hyperlink" Target="https://convex.infomanagementcenter.com/" TargetMode="External"/><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hyperlink" Target="https://convex.infomanagementcenter.com/" TargetMode="External"/><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hyperlink" Target="https://convex.infomanagementcenter.com/" TargetMode="External"/><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hyperlink" Target="https://convex.infomanagementcenter.com/" TargetMode="External"/><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0.xml"/><Relationship Id="rId5" Type="http://schemas.openxmlformats.org/officeDocument/2006/relationships/hyperlink" Target="https://docs.google.com/document/d/15zPgRGoT_HFCCKPAvrdEGboICLx6Dpbqo6ywMrJLIlU/edit?usp=sharing"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docs.google.com/document/d/15zPgRGoT_HFCCKPAvrdEGboICLx6Dpbqo6ywMrJLIlU/edit?usp=sharing" TargetMode="External"/><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hyperlink" Target="https://docs.google.com/document/d/15zPgRGoT_HFCCKPAvrdEGboICLx6Dpbqo6ywMrJLIlU/edit?usp=sharing" TargetMode="External"/><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3"/>
          <p:cNvSpPr txBox="1">
            <a:spLocks noGrp="1"/>
          </p:cNvSpPr>
          <p:nvPr>
            <p:ph type="ctrTitle"/>
          </p:nvPr>
        </p:nvSpPr>
        <p:spPr>
          <a:xfrm>
            <a:off x="384225" y="1444905"/>
            <a:ext cx="5295600" cy="1102500"/>
          </a:xfrm>
          <a:prstGeom prst="rect">
            <a:avLst/>
          </a:prstGeom>
          <a:noFill/>
          <a:ln>
            <a:noFill/>
          </a:ln>
        </p:spPr>
        <p:txBody>
          <a:bodyPr spcFirstLastPara="1" wrap="square" lIns="0" tIns="0" rIns="0" bIns="28700" anchor="b" anchorCtr="0">
            <a:noAutofit/>
          </a:bodyPr>
          <a:lstStyle/>
          <a:p>
            <a:pPr marL="0" lvl="0" indent="0" algn="l" rtl="0">
              <a:lnSpc>
                <a:spcPct val="90000"/>
              </a:lnSpc>
              <a:spcBef>
                <a:spcPts val="0"/>
              </a:spcBef>
              <a:spcAft>
                <a:spcPts val="0"/>
              </a:spcAft>
              <a:buClr>
                <a:schemeClr val="dk1"/>
              </a:buClr>
              <a:buSzPts val="3800"/>
              <a:buFont typeface="Arial"/>
              <a:buNone/>
            </a:pPr>
            <a:r>
              <a:rPr lang="en"/>
              <a:t>Documentation Best Practices in the AI Era</a:t>
            </a:r>
            <a:endParaRPr/>
          </a:p>
        </p:txBody>
      </p:sp>
      <p:sp>
        <p:nvSpPr>
          <p:cNvPr id="234" name="Google Shape;234;p43"/>
          <p:cNvSpPr txBox="1">
            <a:spLocks noGrp="1"/>
          </p:cNvSpPr>
          <p:nvPr>
            <p:ph type="subTitle" idx="1"/>
          </p:nvPr>
        </p:nvSpPr>
        <p:spPr>
          <a:xfrm>
            <a:off x="384236" y="2718646"/>
            <a:ext cx="4680900" cy="273600"/>
          </a:xfrm>
          <a:prstGeom prst="rect">
            <a:avLst/>
          </a:prstGeom>
          <a:solidFill>
            <a:schemeClr val="lt1">
              <a:alpha val="49800"/>
            </a:schemeClr>
          </a:solidFill>
          <a:ln>
            <a:noFill/>
          </a:ln>
        </p:spPr>
        <p:txBody>
          <a:bodyPr spcFirstLastPara="1" wrap="square" lIns="28700" tIns="28700" rIns="28700" bIns="28700" anchor="t" anchorCtr="0">
            <a:spAutoFit/>
          </a:bodyPr>
          <a:lstStyle/>
          <a:p>
            <a:pPr marL="0" lvl="0" indent="0" algn="l" rtl="0">
              <a:spcBef>
                <a:spcPts val="0"/>
              </a:spcBef>
              <a:spcAft>
                <a:spcPts val="0"/>
              </a:spcAft>
              <a:buSzPts val="1300"/>
              <a:buNone/>
            </a:pPr>
            <a:r>
              <a:rPr lang="en"/>
              <a:t>Amson Liu</a:t>
            </a:r>
            <a:endParaRPr/>
          </a:p>
        </p:txBody>
      </p:sp>
      <p:sp>
        <p:nvSpPr>
          <p:cNvPr id="235" name="Google Shape;235;p43"/>
          <p:cNvSpPr txBox="1">
            <a:spLocks noGrp="1"/>
          </p:cNvSpPr>
          <p:nvPr>
            <p:ph type="dt" idx="10"/>
          </p:nvPr>
        </p:nvSpPr>
        <p:spPr>
          <a:xfrm>
            <a:off x="355851" y="4585098"/>
            <a:ext cx="1539300" cy="227400"/>
          </a:xfrm>
          <a:prstGeom prst="rect">
            <a:avLst/>
          </a:prstGeom>
          <a:solidFill>
            <a:schemeClr val="lt1">
              <a:alpha val="49800"/>
            </a:schemeClr>
          </a:solidFill>
          <a:ln>
            <a:noFill/>
          </a:ln>
        </p:spPr>
        <p:txBody>
          <a:bodyPr spcFirstLastPara="1" wrap="square" lIns="28700" tIns="28700" rIns="28700" bIns="28700" anchor="t" anchorCtr="0">
            <a:spAutoFit/>
          </a:bodyPr>
          <a:lstStyle/>
          <a:p>
            <a:pPr marL="0" lvl="0" indent="0" algn="l" rtl="0">
              <a:spcBef>
                <a:spcPts val="0"/>
              </a:spcBef>
              <a:spcAft>
                <a:spcPts val="0"/>
              </a:spcAft>
              <a:buClr>
                <a:schemeClr val="accent2"/>
              </a:buClr>
              <a:buSzPts val="1100"/>
              <a:buFont typeface="Arial"/>
              <a:buNone/>
            </a:pPr>
            <a:r>
              <a:rPr lang="en"/>
              <a:t>April 21,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4"/>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Scope and Agenda</a:t>
            </a:r>
            <a:endParaRPr/>
          </a:p>
        </p:txBody>
      </p:sp>
      <p:sp>
        <p:nvSpPr>
          <p:cNvPr id="241" name="Google Shape;241;p44"/>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p>
            <a:pPr marL="0" lvl="0" indent="0" algn="l" rtl="0">
              <a:lnSpc>
                <a:spcPct val="150000"/>
              </a:lnSpc>
              <a:spcBef>
                <a:spcPts val="500"/>
              </a:spcBef>
              <a:spcAft>
                <a:spcPts val="0"/>
              </a:spcAft>
              <a:buNone/>
            </a:pPr>
            <a:r>
              <a:rPr lang="en" sz="2000"/>
              <a:t>This presentation will focus on the following topics:</a:t>
            </a:r>
            <a:endParaRPr sz="2000"/>
          </a:p>
          <a:p>
            <a:pPr marL="457200" lvl="0" indent="-317500" algn="l" rtl="0">
              <a:lnSpc>
                <a:spcPct val="150000"/>
              </a:lnSpc>
              <a:spcBef>
                <a:spcPts val="500"/>
              </a:spcBef>
              <a:spcAft>
                <a:spcPts val="0"/>
              </a:spcAft>
              <a:buSzPts val="1400"/>
              <a:buAutoNum type="arabicPeriod"/>
            </a:pPr>
            <a:r>
              <a:rPr lang="en" sz="1400"/>
              <a:t>What is Content Debt and Why It Matters</a:t>
            </a:r>
            <a:endParaRPr sz="1400"/>
          </a:p>
          <a:p>
            <a:pPr marL="457200" lvl="0" indent="-317500" algn="l" rtl="0">
              <a:lnSpc>
                <a:spcPct val="150000"/>
              </a:lnSpc>
              <a:spcBef>
                <a:spcPts val="0"/>
              </a:spcBef>
              <a:spcAft>
                <a:spcPts val="0"/>
              </a:spcAft>
              <a:buSzPts val="1400"/>
              <a:buAutoNum type="arabicPeriod"/>
            </a:pPr>
            <a:r>
              <a:rPr lang="en" sz="1400"/>
              <a:t>Optimizing Docs for the AI Era</a:t>
            </a:r>
            <a:endParaRPr sz="1400"/>
          </a:p>
          <a:p>
            <a:pPr marL="457200" lvl="0" indent="-317500" algn="l" rtl="0">
              <a:lnSpc>
                <a:spcPct val="150000"/>
              </a:lnSpc>
              <a:spcBef>
                <a:spcPts val="0"/>
              </a:spcBef>
              <a:spcAft>
                <a:spcPts val="0"/>
              </a:spcAft>
              <a:buSzPts val="1400"/>
              <a:buAutoNum type="arabicPeriod"/>
            </a:pPr>
            <a:r>
              <a:rPr lang="en" sz="1400"/>
              <a:t>Key Takeaways: Structuring for AI and Managing Content Debt</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5"/>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What is Content Debt and Why It Matters</a:t>
            </a:r>
            <a:endParaRPr/>
          </a:p>
        </p:txBody>
      </p:sp>
      <p:sp>
        <p:nvSpPr>
          <p:cNvPr id="247" name="Google Shape;247;p45"/>
          <p:cNvSpPr txBox="1">
            <a:spLocks noGrp="1"/>
          </p:cNvSpPr>
          <p:nvPr>
            <p:ph type="body" idx="1"/>
          </p:nvPr>
        </p:nvSpPr>
        <p:spPr>
          <a:xfrm>
            <a:off x="311700" y="1152475"/>
            <a:ext cx="8520600" cy="1073100"/>
          </a:xfrm>
          <a:prstGeom prst="rect">
            <a:avLst/>
          </a:prstGeom>
        </p:spPr>
        <p:txBody>
          <a:bodyPr spcFirstLastPara="1" wrap="square" lIns="0" tIns="0" rIns="0" bIns="0" anchor="t" anchorCtr="0">
            <a:noAutofit/>
          </a:bodyPr>
          <a:lstStyle/>
          <a:p>
            <a:pPr marL="457200" lvl="0" indent="-298450" algn="l" rtl="0">
              <a:lnSpc>
                <a:spcPct val="115000"/>
              </a:lnSpc>
              <a:spcBef>
                <a:spcPts val="500"/>
              </a:spcBef>
              <a:spcAft>
                <a:spcPts val="0"/>
              </a:spcAft>
              <a:buSzPts val="1100"/>
              <a:buChar char="●"/>
            </a:pPr>
            <a:r>
              <a:rPr lang="en" sz="1200"/>
              <a:t>Content debt is the accumulated future cost of letting documentation drift away from product reality – through outdated guidance, duplication, inconsistency, and missing ownership.</a:t>
            </a:r>
            <a:endParaRPr sz="1200"/>
          </a:p>
          <a:p>
            <a:pPr marL="457200" lvl="0" indent="-298450" algn="l" rtl="0">
              <a:lnSpc>
                <a:spcPct val="115000"/>
              </a:lnSpc>
              <a:spcBef>
                <a:spcPts val="0"/>
              </a:spcBef>
              <a:spcAft>
                <a:spcPts val="0"/>
              </a:spcAft>
              <a:buSzPts val="1100"/>
              <a:buChar char="●"/>
            </a:pPr>
            <a:r>
              <a:rPr lang="en" sz="1200"/>
              <a:t>Managing content debt has become even more important in the AI era because LLMs are only as good as the content they retrieve. Stale docs don’t just confuse users, they accelerate risks of hallucination and unreliability in AI-generated responses.</a:t>
            </a:r>
            <a:endParaRPr sz="1200"/>
          </a:p>
        </p:txBody>
      </p:sp>
      <p:sp>
        <p:nvSpPr>
          <p:cNvPr id="248" name="Google Shape;248;p45"/>
          <p:cNvSpPr txBox="1"/>
          <p:nvPr/>
        </p:nvSpPr>
        <p:spPr>
          <a:xfrm>
            <a:off x="358200" y="2302275"/>
            <a:ext cx="2612400" cy="20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accent2"/>
                </a:solidFill>
              </a:rPr>
              <a:t>Documentation Debt</a:t>
            </a:r>
            <a:endParaRPr sz="1600" b="1">
              <a:solidFill>
                <a:schemeClr val="accent2"/>
              </a:solidFill>
            </a:endParaRPr>
          </a:p>
          <a:p>
            <a:pPr marL="0" lvl="0" indent="0" algn="ctr" rtl="0">
              <a:spcBef>
                <a:spcPts val="0"/>
              </a:spcBef>
              <a:spcAft>
                <a:spcPts val="0"/>
              </a:spcAft>
              <a:buNone/>
            </a:pPr>
            <a:endParaRPr b="1">
              <a:solidFill>
                <a:schemeClr val="accent2"/>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Docs that no longer match the product, platform, or process</a:t>
            </a:r>
            <a:endParaRPr>
              <a:solidFill>
                <a:schemeClr val="dk1"/>
              </a:solidFill>
            </a:endParaRPr>
          </a:p>
        </p:txBody>
      </p:sp>
      <p:sp>
        <p:nvSpPr>
          <p:cNvPr id="249" name="Google Shape;249;p45"/>
          <p:cNvSpPr txBox="1"/>
          <p:nvPr/>
        </p:nvSpPr>
        <p:spPr>
          <a:xfrm>
            <a:off x="3265800" y="2302275"/>
            <a:ext cx="2612400" cy="20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accent2"/>
                </a:solidFill>
              </a:rPr>
              <a:t>Knowledge Debt</a:t>
            </a:r>
            <a:endParaRPr sz="1600" b="1">
              <a:solidFill>
                <a:schemeClr val="accent2"/>
              </a:solidFill>
            </a:endParaRPr>
          </a:p>
          <a:p>
            <a:pPr marL="0" lvl="0" indent="0" algn="ctr" rtl="0">
              <a:lnSpc>
                <a:spcPct val="115000"/>
              </a:lnSpc>
              <a:spcBef>
                <a:spcPts val="0"/>
              </a:spcBef>
              <a:spcAft>
                <a:spcPts val="0"/>
              </a:spcAft>
              <a:buNone/>
            </a:pPr>
            <a:endParaRPr sz="1600" b="1">
              <a:solidFill>
                <a:schemeClr val="accent2"/>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Know-how trapped in people, DRQS tickets, and p-chats </a:t>
            </a:r>
            <a:endParaRPr>
              <a:solidFill>
                <a:schemeClr val="dk1"/>
              </a:solidFill>
            </a:endParaRPr>
          </a:p>
        </p:txBody>
      </p:sp>
      <p:sp>
        <p:nvSpPr>
          <p:cNvPr id="250" name="Google Shape;250;p45"/>
          <p:cNvSpPr txBox="1"/>
          <p:nvPr/>
        </p:nvSpPr>
        <p:spPr>
          <a:xfrm>
            <a:off x="6173400" y="2302275"/>
            <a:ext cx="2612400" cy="20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accent2"/>
                </a:solidFill>
              </a:rPr>
              <a:t>Content Rot</a:t>
            </a:r>
            <a:endParaRPr sz="1600" b="1">
              <a:solidFill>
                <a:schemeClr val="accent2"/>
              </a:solidFill>
            </a:endParaRPr>
          </a:p>
          <a:p>
            <a:pPr marL="0" lvl="0" indent="0" algn="ctr" rtl="0">
              <a:spcBef>
                <a:spcPts val="0"/>
              </a:spcBef>
              <a:spcAft>
                <a:spcPts val="0"/>
              </a:spcAft>
              <a:buNone/>
            </a:pPr>
            <a:endParaRPr sz="1600" b="1">
              <a:solidFill>
                <a:schemeClr val="accent2"/>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Broken links, obsolete screenshots, and stale references</a:t>
            </a:r>
            <a:endParaRPr>
              <a:solidFill>
                <a:schemeClr val="dk1"/>
              </a:solidFill>
            </a:endParaRPr>
          </a:p>
          <a:p>
            <a:pPr marL="0" lvl="0" indent="0" algn="l" rtl="0">
              <a:spcBef>
                <a:spcPts val="0"/>
              </a:spcBef>
              <a:spcAft>
                <a:spcPts val="0"/>
              </a:spcAft>
              <a:buNone/>
            </a:pPr>
            <a:endParaRPr b="1">
              <a:solidFill>
                <a:schemeClr val="accent2"/>
              </a:solidFill>
            </a:endParaRPr>
          </a:p>
        </p:txBody>
      </p:sp>
      <p:sp>
        <p:nvSpPr>
          <p:cNvPr id="251" name="Google Shape;251;p45"/>
          <p:cNvSpPr txBox="1"/>
          <p:nvPr/>
        </p:nvSpPr>
        <p:spPr>
          <a:xfrm>
            <a:off x="505825" y="4360800"/>
            <a:ext cx="8215800" cy="287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100" i="1">
                <a:solidFill>
                  <a:schemeClr val="dk1"/>
                </a:solidFill>
              </a:rPr>
              <a:t>Source: </a:t>
            </a:r>
            <a:r>
              <a:rPr lang="en" sz="1100" i="1" u="sng">
                <a:solidFill>
                  <a:schemeClr val="hlink"/>
                </a:solidFill>
                <a:hlinkClick r:id="rId3"/>
              </a:rPr>
              <a:t>2026 ConVEx</a:t>
            </a:r>
            <a:r>
              <a:rPr lang="en" sz="1100" i="1">
                <a:solidFill>
                  <a:schemeClr val="dk1"/>
                </a:solidFill>
              </a:rPr>
              <a:t>, Paying Down Your Content Debt by Kat Reierson </a:t>
            </a:r>
            <a:endParaRPr sz="1100" i="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6"/>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Content Debt’s Impact on Productivity</a:t>
            </a:r>
            <a:endParaRPr/>
          </a:p>
        </p:txBody>
      </p:sp>
      <p:sp>
        <p:nvSpPr>
          <p:cNvPr id="257" name="Google Shape;257;p46"/>
          <p:cNvSpPr txBox="1"/>
          <p:nvPr/>
        </p:nvSpPr>
        <p:spPr>
          <a:xfrm>
            <a:off x="311700" y="1017425"/>
            <a:ext cx="2612400" cy="223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chemeClr val="accent2"/>
                </a:solidFill>
              </a:rPr>
              <a:t>25%</a:t>
            </a:r>
            <a:endParaRPr sz="4800" b="1">
              <a:solidFill>
                <a:schemeClr val="accent2"/>
              </a:solidFill>
            </a:endParaRPr>
          </a:p>
          <a:p>
            <a:pPr marL="0" lvl="0" indent="0" algn="ctr" rtl="0">
              <a:spcBef>
                <a:spcPts val="0"/>
              </a:spcBef>
              <a:spcAft>
                <a:spcPts val="0"/>
              </a:spcAft>
              <a:buNone/>
            </a:pPr>
            <a:endParaRPr b="1">
              <a:solidFill>
                <a:schemeClr val="accent2"/>
              </a:solidFill>
            </a:endParaRPr>
          </a:p>
          <a:p>
            <a:pPr marL="0" lvl="0" indent="0" algn="ctr" rtl="0">
              <a:lnSpc>
                <a:spcPct val="115000"/>
              </a:lnSpc>
              <a:spcBef>
                <a:spcPts val="0"/>
              </a:spcBef>
              <a:spcAft>
                <a:spcPts val="0"/>
              </a:spcAft>
              <a:buNone/>
            </a:pPr>
            <a:r>
              <a:rPr lang="en">
                <a:solidFill>
                  <a:schemeClr val="dk1"/>
                </a:solidFill>
              </a:rPr>
              <a:t>Higher team performance</a:t>
            </a:r>
            <a:endParaRPr>
              <a:solidFill>
                <a:schemeClr val="dk1"/>
              </a:solidFill>
            </a:endParaRPr>
          </a:p>
          <a:p>
            <a:pPr marL="0" lvl="0" indent="0" algn="ctr" rtl="0">
              <a:lnSpc>
                <a:spcPct val="115000"/>
              </a:lnSpc>
              <a:spcBef>
                <a:spcPts val="0"/>
              </a:spcBef>
              <a:spcAft>
                <a:spcPts val="0"/>
              </a:spcAft>
              <a:buNone/>
            </a:pPr>
            <a:br>
              <a:rPr lang="en" sz="1000">
                <a:solidFill>
                  <a:schemeClr val="dk2"/>
                </a:solidFill>
              </a:rPr>
            </a:br>
            <a:r>
              <a:rPr lang="en" sz="1000">
                <a:solidFill>
                  <a:schemeClr val="dk2"/>
                </a:solidFill>
              </a:rPr>
              <a:t>Teams with high-quality docs vs. low-quality docs </a:t>
            </a:r>
            <a:endParaRPr sz="1000">
              <a:solidFill>
                <a:schemeClr val="dk2"/>
              </a:solidFill>
            </a:endParaRPr>
          </a:p>
          <a:p>
            <a:pPr marL="0" lvl="0" indent="0" algn="ctr" rtl="0">
              <a:lnSpc>
                <a:spcPct val="115000"/>
              </a:lnSpc>
              <a:spcBef>
                <a:spcPts val="0"/>
              </a:spcBef>
              <a:spcAft>
                <a:spcPts val="0"/>
              </a:spcAft>
              <a:buNone/>
            </a:pPr>
            <a:r>
              <a:rPr lang="en" sz="1000">
                <a:solidFill>
                  <a:schemeClr val="dk2"/>
                </a:solidFill>
              </a:rPr>
              <a:t>– 2023 DORA / Google Cloud Accelerate Report</a:t>
            </a:r>
            <a:endParaRPr sz="1000">
              <a:solidFill>
                <a:schemeClr val="dk2"/>
              </a:solidFill>
            </a:endParaRPr>
          </a:p>
        </p:txBody>
      </p:sp>
      <p:sp>
        <p:nvSpPr>
          <p:cNvPr id="258" name="Google Shape;258;p46"/>
          <p:cNvSpPr txBox="1"/>
          <p:nvPr/>
        </p:nvSpPr>
        <p:spPr>
          <a:xfrm>
            <a:off x="3109000" y="1017425"/>
            <a:ext cx="2612400" cy="223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chemeClr val="accent2"/>
                </a:solidFill>
              </a:rPr>
              <a:t>2x</a:t>
            </a:r>
            <a:endParaRPr sz="4800" b="1">
              <a:solidFill>
                <a:schemeClr val="accent2"/>
              </a:solidFill>
            </a:endParaRPr>
          </a:p>
          <a:p>
            <a:pPr marL="0" lvl="0" indent="0" algn="ctr" rtl="0">
              <a:spcBef>
                <a:spcPts val="0"/>
              </a:spcBef>
              <a:spcAft>
                <a:spcPts val="0"/>
              </a:spcAft>
              <a:buNone/>
            </a:pPr>
            <a:endParaRPr b="1">
              <a:solidFill>
                <a:schemeClr val="accent2"/>
              </a:solidFill>
            </a:endParaRPr>
          </a:p>
          <a:p>
            <a:pPr marL="0" lvl="0" indent="0" algn="ctr" rtl="0">
              <a:lnSpc>
                <a:spcPct val="115000"/>
              </a:lnSpc>
              <a:spcBef>
                <a:spcPts val="0"/>
              </a:spcBef>
              <a:spcAft>
                <a:spcPts val="0"/>
              </a:spcAft>
              <a:buNone/>
            </a:pPr>
            <a:r>
              <a:rPr lang="en">
                <a:solidFill>
                  <a:schemeClr val="dk1"/>
                </a:solidFill>
              </a:rPr>
              <a:t>More likely to hit reliability targets</a:t>
            </a:r>
            <a:br>
              <a:rPr lang="en">
                <a:solidFill>
                  <a:schemeClr val="dk1"/>
                </a:solidFill>
              </a:rPr>
            </a:br>
            <a:br>
              <a:rPr lang="en">
                <a:solidFill>
                  <a:schemeClr val="dk1"/>
                </a:solidFill>
              </a:rPr>
            </a:br>
            <a:r>
              <a:rPr lang="en" sz="1000">
                <a:solidFill>
                  <a:srgbClr val="888888"/>
                </a:solidFill>
              </a:rPr>
              <a:t>High-quality doc teams vs. others</a:t>
            </a:r>
            <a:br>
              <a:rPr lang="en" sz="1000">
                <a:solidFill>
                  <a:srgbClr val="888888"/>
                </a:solidFill>
              </a:rPr>
            </a:br>
            <a:r>
              <a:rPr lang="en" sz="1000">
                <a:solidFill>
                  <a:srgbClr val="888888"/>
                </a:solidFill>
              </a:rPr>
              <a:t>– 2022 State of DevOps Report</a:t>
            </a:r>
            <a:endParaRPr sz="1000" b="1">
              <a:solidFill>
                <a:srgbClr val="888888"/>
              </a:solidFill>
            </a:endParaRPr>
          </a:p>
        </p:txBody>
      </p:sp>
      <p:sp>
        <p:nvSpPr>
          <p:cNvPr id="259" name="Google Shape;259;p46"/>
          <p:cNvSpPr txBox="1"/>
          <p:nvPr/>
        </p:nvSpPr>
        <p:spPr>
          <a:xfrm>
            <a:off x="5906300" y="1017425"/>
            <a:ext cx="2612400" cy="223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4500" b="1">
                <a:solidFill>
                  <a:schemeClr val="accent2"/>
                </a:solidFill>
              </a:rPr>
              <a:t>1 day</a:t>
            </a:r>
            <a:endParaRPr sz="4800" b="1">
              <a:solidFill>
                <a:schemeClr val="accent2"/>
              </a:solidFill>
            </a:endParaRPr>
          </a:p>
          <a:p>
            <a:pPr marL="0" lvl="0" indent="0" algn="ctr" rtl="0">
              <a:spcBef>
                <a:spcPts val="0"/>
              </a:spcBef>
              <a:spcAft>
                <a:spcPts val="0"/>
              </a:spcAft>
              <a:buClr>
                <a:schemeClr val="dk1"/>
              </a:buClr>
              <a:buSzPts val="1100"/>
              <a:buFont typeface="Arial"/>
              <a:buNone/>
            </a:pPr>
            <a:endParaRPr b="1">
              <a:solidFill>
                <a:schemeClr val="accent2"/>
              </a:solidFill>
            </a:endParaRPr>
          </a:p>
          <a:p>
            <a:pPr marL="0" lvl="0" indent="0" algn="ctr" rtl="0">
              <a:lnSpc>
                <a:spcPct val="115000"/>
              </a:lnSpc>
              <a:spcBef>
                <a:spcPts val="0"/>
              </a:spcBef>
              <a:spcAft>
                <a:spcPts val="0"/>
              </a:spcAft>
              <a:buNone/>
            </a:pPr>
            <a:r>
              <a:rPr lang="en">
                <a:solidFill>
                  <a:schemeClr val="dk1"/>
                </a:solidFill>
              </a:rPr>
              <a:t>Per week lost to poor findability</a:t>
            </a:r>
            <a:endParaRPr>
              <a:solidFill>
                <a:schemeClr val="dk1"/>
              </a:solidFill>
            </a:endParaRPr>
          </a:p>
          <a:p>
            <a:pPr marL="0" lvl="0" indent="0" algn="ctr" rtl="0">
              <a:lnSpc>
                <a:spcPct val="115000"/>
              </a:lnSpc>
              <a:spcBef>
                <a:spcPts val="0"/>
              </a:spcBef>
              <a:spcAft>
                <a:spcPts val="0"/>
              </a:spcAft>
              <a:buClr>
                <a:schemeClr val="dk1"/>
              </a:buClr>
              <a:buSzPts val="1100"/>
              <a:buFont typeface="Arial"/>
              <a:buNone/>
            </a:pPr>
            <a:br>
              <a:rPr lang="en">
                <a:solidFill>
                  <a:schemeClr val="dk1"/>
                </a:solidFill>
              </a:rPr>
            </a:br>
            <a:r>
              <a:rPr lang="en" sz="1000">
                <a:solidFill>
                  <a:srgbClr val="888888"/>
                </a:solidFill>
              </a:rPr>
              <a:t>Consistent pattern in knowledge work research</a:t>
            </a:r>
            <a:br>
              <a:rPr lang="en" sz="1000">
                <a:solidFill>
                  <a:srgbClr val="888888"/>
                </a:solidFill>
              </a:rPr>
            </a:br>
            <a:r>
              <a:rPr lang="en" sz="1000">
                <a:solidFill>
                  <a:srgbClr val="888888"/>
                </a:solidFill>
              </a:rPr>
              <a:t>– McKinsey (conservative framing)</a:t>
            </a:r>
            <a:endParaRPr sz="1000">
              <a:solidFill>
                <a:srgbClr val="888888"/>
              </a:solidFill>
            </a:endParaRPr>
          </a:p>
        </p:txBody>
      </p:sp>
      <p:sp>
        <p:nvSpPr>
          <p:cNvPr id="260" name="Google Shape;260;p46"/>
          <p:cNvSpPr txBox="1"/>
          <p:nvPr/>
        </p:nvSpPr>
        <p:spPr>
          <a:xfrm>
            <a:off x="505825" y="4360800"/>
            <a:ext cx="8215800" cy="287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100" i="1">
                <a:solidFill>
                  <a:schemeClr val="dk1"/>
                </a:solidFill>
              </a:rPr>
              <a:t>Source: </a:t>
            </a:r>
            <a:r>
              <a:rPr lang="en" sz="1100" i="1" u="sng">
                <a:solidFill>
                  <a:schemeClr val="hlink"/>
                </a:solidFill>
                <a:hlinkClick r:id="rId3"/>
              </a:rPr>
              <a:t>2026 ConVEx</a:t>
            </a:r>
            <a:r>
              <a:rPr lang="en" sz="1100" i="1">
                <a:solidFill>
                  <a:schemeClr val="dk1"/>
                </a:solidFill>
              </a:rPr>
              <a:t>, Paying Down Your Content Debt by Kat Reierson </a:t>
            </a:r>
            <a:endParaRPr sz="1100" i="1">
              <a:solidFill>
                <a:schemeClr val="dk1"/>
              </a:solidFill>
            </a:endParaRPr>
          </a:p>
        </p:txBody>
      </p:sp>
      <p:sp>
        <p:nvSpPr>
          <p:cNvPr id="261" name="Google Shape;261;p46"/>
          <p:cNvSpPr txBox="1"/>
          <p:nvPr/>
        </p:nvSpPr>
        <p:spPr>
          <a:xfrm>
            <a:off x="431275" y="3647300"/>
            <a:ext cx="8215800" cy="5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Note: DORA’s 25% finding measures internal documentation for software delivery teams – not customer-facing docs. The finding applies to team performance, not organizational performance. Extrapolation requires transparent framing.</a:t>
            </a: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7"/>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Signals &gt; Opinions</a:t>
            </a:r>
            <a:endParaRPr/>
          </a:p>
        </p:txBody>
      </p:sp>
      <p:sp>
        <p:nvSpPr>
          <p:cNvPr id="267" name="Google Shape;267;p47"/>
          <p:cNvSpPr txBox="1">
            <a:spLocks noGrp="1"/>
          </p:cNvSpPr>
          <p:nvPr>
            <p:ph type="body" idx="1"/>
          </p:nvPr>
        </p:nvSpPr>
        <p:spPr>
          <a:xfrm>
            <a:off x="311700" y="1141425"/>
            <a:ext cx="8351400" cy="318600"/>
          </a:xfrm>
          <a:prstGeom prst="rect">
            <a:avLst/>
          </a:prstGeom>
        </p:spPr>
        <p:txBody>
          <a:bodyPr spcFirstLastPara="1" wrap="square" lIns="0" tIns="0" rIns="0" bIns="0" anchor="t" anchorCtr="0">
            <a:noAutofit/>
          </a:bodyPr>
          <a:lstStyle/>
          <a:p>
            <a:pPr marL="0" lvl="0" indent="0" algn="l" rtl="0">
              <a:spcBef>
                <a:spcPts val="500"/>
              </a:spcBef>
              <a:spcAft>
                <a:spcPts val="0"/>
              </a:spcAft>
              <a:buNone/>
            </a:pPr>
            <a:r>
              <a:rPr lang="en" sz="1400"/>
              <a:t>“Don’t audit by feel. Measure with a short, defensible scorecard.”</a:t>
            </a:r>
            <a:endParaRPr sz="1400"/>
          </a:p>
        </p:txBody>
      </p:sp>
      <p:sp>
        <p:nvSpPr>
          <p:cNvPr id="268" name="Google Shape;268;p47"/>
          <p:cNvSpPr txBox="1"/>
          <p:nvPr/>
        </p:nvSpPr>
        <p:spPr>
          <a:xfrm>
            <a:off x="505825" y="4360800"/>
            <a:ext cx="8215800" cy="287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100" i="1">
                <a:solidFill>
                  <a:schemeClr val="dk1"/>
                </a:solidFill>
              </a:rPr>
              <a:t>Source: </a:t>
            </a:r>
            <a:r>
              <a:rPr lang="en" sz="1100" i="1" u="sng">
                <a:solidFill>
                  <a:schemeClr val="hlink"/>
                </a:solidFill>
                <a:hlinkClick r:id="rId3"/>
              </a:rPr>
              <a:t>2026 ConVEx</a:t>
            </a:r>
            <a:r>
              <a:rPr lang="en" sz="1100" i="1">
                <a:solidFill>
                  <a:schemeClr val="dk1"/>
                </a:solidFill>
              </a:rPr>
              <a:t>, Paying Down Your Content Debt by Kat Reierson </a:t>
            </a:r>
            <a:endParaRPr sz="1100" i="1">
              <a:solidFill>
                <a:schemeClr val="dk1"/>
              </a:solidFill>
            </a:endParaRPr>
          </a:p>
        </p:txBody>
      </p:sp>
      <p:graphicFrame>
        <p:nvGraphicFramePr>
          <p:cNvPr id="269" name="Google Shape;269;p47"/>
          <p:cNvGraphicFramePr/>
          <p:nvPr/>
        </p:nvGraphicFramePr>
        <p:xfrm>
          <a:off x="311700" y="1584025"/>
          <a:ext cx="8182500" cy="2705750"/>
        </p:xfrm>
        <a:graphic>
          <a:graphicData uri="http://schemas.openxmlformats.org/drawingml/2006/table">
            <a:tbl>
              <a:tblPr>
                <a:noFill/>
                <a:tableStyleId>{BA69FA59-CF53-4E4E-92DE-F4A5189E4F3A}</a:tableStyleId>
              </a:tblPr>
              <a:tblGrid>
                <a:gridCol w="4091250">
                  <a:extLst>
                    <a:ext uri="{9D8B030D-6E8A-4147-A177-3AD203B41FA5}">
                      <a16:colId xmlns:a16="http://schemas.microsoft.com/office/drawing/2014/main" val="20000"/>
                    </a:ext>
                  </a:extLst>
                </a:gridCol>
                <a:gridCol w="4091250">
                  <a:extLst>
                    <a:ext uri="{9D8B030D-6E8A-4147-A177-3AD203B41FA5}">
                      <a16:colId xmlns:a16="http://schemas.microsoft.com/office/drawing/2014/main" val="20001"/>
                    </a:ext>
                  </a:extLst>
                </a:gridCol>
              </a:tblGrid>
              <a:tr h="897675">
                <a:tc>
                  <a:txBody>
                    <a:bodyPr/>
                    <a:lstStyle/>
                    <a:p>
                      <a:pPr marL="0" lvl="0" indent="0" algn="ctr" rtl="0">
                        <a:spcBef>
                          <a:spcPts val="0"/>
                        </a:spcBef>
                        <a:spcAft>
                          <a:spcPts val="0"/>
                        </a:spcAft>
                        <a:buNone/>
                      </a:pPr>
                      <a:r>
                        <a:rPr lang="en" b="1">
                          <a:solidFill>
                            <a:schemeClr val="accent2"/>
                          </a:solidFill>
                        </a:rPr>
                        <a:t>Freshness</a:t>
                      </a:r>
                      <a:endParaRPr b="1">
                        <a:solidFill>
                          <a:schemeClr val="accent2"/>
                        </a:solidFill>
                      </a:endParaRPr>
                    </a:p>
                    <a:p>
                      <a:pPr marL="0" lvl="0" indent="0" algn="ctr" rtl="0">
                        <a:spcBef>
                          <a:spcPts val="0"/>
                        </a:spcBef>
                        <a:spcAft>
                          <a:spcPts val="0"/>
                        </a:spcAft>
                        <a:buNone/>
                      </a:pPr>
                      <a:endParaRPr b="1">
                        <a:solidFill>
                          <a:schemeClr val="accent2"/>
                        </a:solidFill>
                      </a:endParaRPr>
                    </a:p>
                    <a:p>
                      <a:pPr marL="0" lvl="0" indent="0" algn="ctr" rtl="0">
                        <a:spcBef>
                          <a:spcPts val="0"/>
                        </a:spcBef>
                        <a:spcAft>
                          <a:spcPts val="0"/>
                        </a:spcAft>
                        <a:buNone/>
                      </a:pPr>
                      <a:r>
                        <a:rPr lang="en" sz="1100">
                          <a:solidFill>
                            <a:schemeClr val="dk1"/>
                          </a:solidFill>
                        </a:rPr>
                        <a:t>Last reviewed, version drift, and deprecated references</a:t>
                      </a:r>
                      <a:endParaRPr sz="1100">
                        <a:solidFill>
                          <a:schemeClr val="dk1"/>
                        </a:solidFill>
                      </a:endParaRPr>
                    </a:p>
                  </a:txBody>
                  <a:tcPr marL="91425" marR="91425" marT="91425" marB="91425"/>
                </a:tc>
                <a:tc>
                  <a:txBody>
                    <a:bodyPr/>
                    <a:lstStyle/>
                    <a:p>
                      <a:pPr marL="0" lvl="0" indent="0" algn="ctr" rtl="0">
                        <a:spcBef>
                          <a:spcPts val="0"/>
                        </a:spcBef>
                        <a:spcAft>
                          <a:spcPts val="0"/>
                        </a:spcAft>
                        <a:buNone/>
                      </a:pPr>
                      <a:r>
                        <a:rPr lang="en" b="1">
                          <a:solidFill>
                            <a:schemeClr val="accent2"/>
                          </a:solidFill>
                        </a:rPr>
                        <a:t>Search Failures</a:t>
                      </a:r>
                      <a:endParaRPr b="1">
                        <a:solidFill>
                          <a:schemeClr val="accent2"/>
                        </a:solidFill>
                      </a:endParaRPr>
                    </a:p>
                    <a:p>
                      <a:pPr marL="0" lvl="0" indent="0" algn="ctr" rtl="0">
                        <a:spcBef>
                          <a:spcPts val="0"/>
                        </a:spcBef>
                        <a:spcAft>
                          <a:spcPts val="0"/>
                        </a:spcAft>
                        <a:buNone/>
                      </a:pPr>
                      <a:endParaRPr b="1">
                        <a:solidFill>
                          <a:schemeClr val="accent2"/>
                        </a:solidFill>
                      </a:endParaRPr>
                    </a:p>
                    <a:p>
                      <a:pPr marL="0" lvl="0" indent="0" algn="ctr" rtl="0">
                        <a:spcBef>
                          <a:spcPts val="0"/>
                        </a:spcBef>
                        <a:spcAft>
                          <a:spcPts val="0"/>
                        </a:spcAft>
                        <a:buNone/>
                      </a:pPr>
                      <a:r>
                        <a:rPr lang="en" sz="1100">
                          <a:solidFill>
                            <a:schemeClr val="dk1"/>
                          </a:solidFill>
                        </a:rPr>
                        <a:t>Zero-result queries and terminology mismatches</a:t>
                      </a:r>
                      <a:endParaRPr sz="1100">
                        <a:solidFill>
                          <a:schemeClr val="dk1"/>
                        </a:solidFill>
                      </a:endParaRPr>
                    </a:p>
                  </a:txBody>
                  <a:tcPr marL="91425" marR="91425" marT="91425" marB="91425"/>
                </a:tc>
                <a:extLst>
                  <a:ext uri="{0D108BD9-81ED-4DB2-BD59-A6C34878D82A}">
                    <a16:rowId xmlns:a16="http://schemas.microsoft.com/office/drawing/2014/main" val="10000"/>
                  </a:ext>
                </a:extLst>
              </a:tr>
              <a:tr h="863225">
                <a:tc>
                  <a:txBody>
                    <a:bodyPr/>
                    <a:lstStyle/>
                    <a:p>
                      <a:pPr marL="0" lvl="0" indent="0" algn="ctr" rtl="0">
                        <a:spcBef>
                          <a:spcPts val="0"/>
                        </a:spcBef>
                        <a:spcAft>
                          <a:spcPts val="0"/>
                        </a:spcAft>
                        <a:buNone/>
                      </a:pPr>
                      <a:r>
                        <a:rPr lang="en" b="1">
                          <a:solidFill>
                            <a:schemeClr val="accent2"/>
                          </a:solidFill>
                        </a:rPr>
                        <a:t>Escalation Correlation</a:t>
                      </a:r>
                      <a:endParaRPr b="1">
                        <a:solidFill>
                          <a:schemeClr val="accent2"/>
                        </a:solidFill>
                      </a:endParaRPr>
                    </a:p>
                    <a:p>
                      <a:pPr marL="0" lvl="0" indent="0" algn="ctr" rtl="0">
                        <a:spcBef>
                          <a:spcPts val="0"/>
                        </a:spcBef>
                        <a:spcAft>
                          <a:spcPts val="0"/>
                        </a:spcAft>
                        <a:buNone/>
                      </a:pPr>
                      <a:endParaRPr b="1">
                        <a:solidFill>
                          <a:schemeClr val="accent2"/>
                        </a:solidFill>
                      </a:endParaRPr>
                    </a:p>
                    <a:p>
                      <a:pPr marL="0" lvl="0" indent="0" algn="ctr" rtl="0">
                        <a:spcBef>
                          <a:spcPts val="0"/>
                        </a:spcBef>
                        <a:spcAft>
                          <a:spcPts val="0"/>
                        </a:spcAft>
                        <a:buNone/>
                      </a:pPr>
                      <a:r>
                        <a:rPr lang="en" sz="1100">
                          <a:solidFill>
                            <a:schemeClr val="dk1"/>
                          </a:solidFill>
                        </a:rPr>
                        <a:t>Repeat escalation themes mapped to specific content areas</a:t>
                      </a:r>
                      <a:endParaRPr sz="1100">
                        <a:solidFill>
                          <a:schemeClr val="dk1"/>
                        </a:solidFill>
                      </a:endParaRPr>
                    </a:p>
                  </a:txBody>
                  <a:tcPr marL="91425" marR="91425" marT="91425" marB="91425"/>
                </a:tc>
                <a:tc>
                  <a:txBody>
                    <a:bodyPr/>
                    <a:lstStyle/>
                    <a:p>
                      <a:pPr marL="0" lvl="0" indent="0" algn="ctr" rtl="0">
                        <a:spcBef>
                          <a:spcPts val="0"/>
                        </a:spcBef>
                        <a:spcAft>
                          <a:spcPts val="0"/>
                        </a:spcAft>
                        <a:buNone/>
                      </a:pPr>
                      <a:r>
                        <a:rPr lang="en" b="1">
                          <a:solidFill>
                            <a:schemeClr val="accent2"/>
                          </a:solidFill>
                        </a:rPr>
                        <a:t>Duplication</a:t>
                      </a:r>
                      <a:endParaRPr b="1">
                        <a:solidFill>
                          <a:schemeClr val="accent2"/>
                        </a:solidFill>
                      </a:endParaRPr>
                    </a:p>
                    <a:p>
                      <a:pPr marL="0" lvl="0" indent="0" algn="ctr" rtl="0">
                        <a:spcBef>
                          <a:spcPts val="0"/>
                        </a:spcBef>
                        <a:spcAft>
                          <a:spcPts val="0"/>
                        </a:spcAft>
                        <a:buNone/>
                      </a:pPr>
                      <a:endParaRPr b="1">
                        <a:solidFill>
                          <a:schemeClr val="accent2"/>
                        </a:solidFill>
                      </a:endParaRPr>
                    </a:p>
                    <a:p>
                      <a:pPr marL="0" lvl="0" indent="0" algn="ctr" rtl="0">
                        <a:spcBef>
                          <a:spcPts val="0"/>
                        </a:spcBef>
                        <a:spcAft>
                          <a:spcPts val="0"/>
                        </a:spcAft>
                        <a:buNone/>
                      </a:pPr>
                      <a:r>
                        <a:rPr lang="en" sz="1100">
                          <a:solidFill>
                            <a:schemeClr val="dk1"/>
                          </a:solidFill>
                        </a:rPr>
                        <a:t>Overlapping instructions, contradictory guidance, and multiple sources of truth</a:t>
                      </a:r>
                      <a:endParaRPr sz="1100">
                        <a:solidFill>
                          <a:schemeClr val="dk1"/>
                        </a:solidFill>
                      </a:endParaRPr>
                    </a:p>
                  </a:txBody>
                  <a:tcPr marL="91425" marR="91425" marT="91425" marB="91425"/>
                </a:tc>
                <a:extLst>
                  <a:ext uri="{0D108BD9-81ED-4DB2-BD59-A6C34878D82A}">
                    <a16:rowId xmlns:a16="http://schemas.microsoft.com/office/drawing/2014/main" val="10001"/>
                  </a:ext>
                </a:extLst>
              </a:tr>
              <a:tr h="863225">
                <a:tc>
                  <a:txBody>
                    <a:bodyPr/>
                    <a:lstStyle/>
                    <a:p>
                      <a:pPr marL="0" lvl="0" indent="0" algn="ctr" rtl="0">
                        <a:spcBef>
                          <a:spcPts val="0"/>
                        </a:spcBef>
                        <a:spcAft>
                          <a:spcPts val="0"/>
                        </a:spcAft>
                        <a:buNone/>
                      </a:pPr>
                      <a:r>
                        <a:rPr lang="en" b="1">
                          <a:solidFill>
                            <a:schemeClr val="accent2"/>
                          </a:solidFill>
                        </a:rPr>
                        <a:t>Ownership Gaps</a:t>
                      </a:r>
                      <a:endParaRPr b="1">
                        <a:solidFill>
                          <a:schemeClr val="accent2"/>
                        </a:solidFill>
                      </a:endParaRPr>
                    </a:p>
                    <a:p>
                      <a:pPr marL="0" lvl="0" indent="0" algn="ctr" rtl="0">
                        <a:spcBef>
                          <a:spcPts val="0"/>
                        </a:spcBef>
                        <a:spcAft>
                          <a:spcPts val="0"/>
                        </a:spcAft>
                        <a:buNone/>
                      </a:pPr>
                      <a:endParaRPr b="1">
                        <a:solidFill>
                          <a:schemeClr val="accent2"/>
                        </a:solidFill>
                      </a:endParaRPr>
                    </a:p>
                    <a:p>
                      <a:pPr marL="0" lvl="0" indent="0" algn="ctr" rtl="0">
                        <a:spcBef>
                          <a:spcPts val="0"/>
                        </a:spcBef>
                        <a:spcAft>
                          <a:spcPts val="0"/>
                        </a:spcAft>
                        <a:buNone/>
                      </a:pPr>
                      <a:r>
                        <a:rPr lang="en" sz="1100">
                          <a:solidFill>
                            <a:schemeClr val="dk1"/>
                          </a:solidFill>
                        </a:rPr>
                        <a:t>Content with no named owner is a future incident in waiting</a:t>
                      </a:r>
                      <a:endParaRPr sz="1100">
                        <a:solidFill>
                          <a:schemeClr val="dk1"/>
                        </a:solidFill>
                      </a:endParaRPr>
                    </a:p>
                  </a:txBody>
                  <a:tcPr marL="91425" marR="91425" marT="91425" marB="91425"/>
                </a:tc>
                <a:tc>
                  <a:txBody>
                    <a:bodyPr/>
                    <a:lstStyle/>
                    <a:p>
                      <a:pPr marL="0" lvl="0" indent="0" algn="ctr" rtl="0">
                        <a:spcBef>
                          <a:spcPts val="0"/>
                        </a:spcBef>
                        <a:spcAft>
                          <a:spcPts val="0"/>
                        </a:spcAft>
                        <a:buNone/>
                      </a:pPr>
                      <a:r>
                        <a:rPr lang="en" b="1">
                          <a:solidFill>
                            <a:schemeClr val="accent2"/>
                          </a:solidFill>
                        </a:rPr>
                        <a:t>Task Failure</a:t>
                      </a:r>
                      <a:endParaRPr b="1">
                        <a:solidFill>
                          <a:schemeClr val="accent2"/>
                        </a:solidFill>
                      </a:endParaRPr>
                    </a:p>
                    <a:p>
                      <a:pPr marL="0" lvl="0" indent="0" algn="ctr" rtl="0">
                        <a:spcBef>
                          <a:spcPts val="0"/>
                        </a:spcBef>
                        <a:spcAft>
                          <a:spcPts val="0"/>
                        </a:spcAft>
                        <a:buNone/>
                      </a:pPr>
                      <a:endParaRPr b="1">
                        <a:solidFill>
                          <a:schemeClr val="accent2"/>
                        </a:solidFill>
                      </a:endParaRPr>
                    </a:p>
                    <a:p>
                      <a:pPr marL="0" lvl="0" indent="0" algn="ctr" rtl="0">
                        <a:spcBef>
                          <a:spcPts val="0"/>
                        </a:spcBef>
                        <a:spcAft>
                          <a:spcPts val="0"/>
                        </a:spcAft>
                        <a:buNone/>
                      </a:pPr>
                      <a:r>
                        <a:rPr lang="en" sz="1100">
                          <a:solidFill>
                            <a:schemeClr val="dk1"/>
                          </a:solidFill>
                        </a:rPr>
                        <a:t>Users reporting docs didn’t help or work</a:t>
                      </a:r>
                      <a:endParaRPr sz="1100">
                        <a:solidFill>
                          <a:schemeClr val="dk1"/>
                        </a:solidFill>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8"/>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Paydown in Practice: Work It Into the Sprint</a:t>
            </a:r>
            <a:endParaRPr/>
          </a:p>
        </p:txBody>
      </p:sp>
      <p:sp>
        <p:nvSpPr>
          <p:cNvPr id="275" name="Google Shape;275;p48"/>
          <p:cNvSpPr txBox="1">
            <a:spLocks noGrp="1"/>
          </p:cNvSpPr>
          <p:nvPr>
            <p:ph type="body" idx="1"/>
          </p:nvPr>
        </p:nvSpPr>
        <p:spPr>
          <a:xfrm>
            <a:off x="311700" y="1152475"/>
            <a:ext cx="8326500" cy="402300"/>
          </a:xfrm>
          <a:prstGeom prst="rect">
            <a:avLst/>
          </a:prstGeom>
        </p:spPr>
        <p:txBody>
          <a:bodyPr spcFirstLastPara="1" wrap="square" lIns="0" tIns="0" rIns="0" bIns="0" anchor="t" anchorCtr="0">
            <a:noAutofit/>
          </a:bodyPr>
          <a:lstStyle/>
          <a:p>
            <a:pPr marL="0" lvl="0" indent="0" algn="l" rtl="0">
              <a:spcBef>
                <a:spcPts val="500"/>
              </a:spcBef>
              <a:spcAft>
                <a:spcPts val="0"/>
              </a:spcAft>
              <a:buNone/>
            </a:pPr>
            <a:r>
              <a:rPr lang="en" sz="1400"/>
              <a:t>“The goal is not a perfect audit. It is a repeatable rhythm.”</a:t>
            </a:r>
            <a:endParaRPr sz="1400"/>
          </a:p>
        </p:txBody>
      </p:sp>
      <p:sp>
        <p:nvSpPr>
          <p:cNvPr id="276" name="Google Shape;276;p48"/>
          <p:cNvSpPr txBox="1"/>
          <p:nvPr/>
        </p:nvSpPr>
        <p:spPr>
          <a:xfrm>
            <a:off x="505825" y="4360800"/>
            <a:ext cx="8215800" cy="287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100" i="1">
                <a:solidFill>
                  <a:schemeClr val="dk1"/>
                </a:solidFill>
              </a:rPr>
              <a:t>Source: </a:t>
            </a:r>
            <a:r>
              <a:rPr lang="en" sz="1100" i="1" u="sng">
                <a:solidFill>
                  <a:schemeClr val="hlink"/>
                </a:solidFill>
                <a:hlinkClick r:id="rId3"/>
              </a:rPr>
              <a:t>2026 ConVEx</a:t>
            </a:r>
            <a:r>
              <a:rPr lang="en" sz="1100" i="1">
                <a:solidFill>
                  <a:schemeClr val="dk1"/>
                </a:solidFill>
              </a:rPr>
              <a:t>, Paying Down Your Content Debt by Kat Reierson </a:t>
            </a:r>
            <a:endParaRPr sz="1100" i="1">
              <a:solidFill>
                <a:schemeClr val="dk1"/>
              </a:solidFill>
            </a:endParaRPr>
          </a:p>
        </p:txBody>
      </p:sp>
      <p:sp>
        <p:nvSpPr>
          <p:cNvPr id="277" name="Google Shape;277;p48"/>
          <p:cNvSpPr txBox="1"/>
          <p:nvPr/>
        </p:nvSpPr>
        <p:spPr>
          <a:xfrm>
            <a:off x="505825" y="1689825"/>
            <a:ext cx="2345100" cy="217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accent2"/>
                </a:solidFill>
              </a:rPr>
              <a:t>First Sprint</a:t>
            </a:r>
            <a:endParaRPr sz="1600" b="1">
              <a:solidFill>
                <a:schemeClr val="accent2"/>
              </a:solidFill>
            </a:endParaRPr>
          </a:p>
          <a:p>
            <a:pPr marL="0" lvl="0" indent="0" algn="ctr" rtl="0">
              <a:spcBef>
                <a:spcPts val="0"/>
              </a:spcBef>
              <a:spcAft>
                <a:spcPts val="0"/>
              </a:spcAft>
              <a:buNone/>
            </a:pPr>
            <a:endParaRPr b="1">
              <a:solidFill>
                <a:schemeClr val="accent2"/>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Scope to 1–3 doc sets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Build your minimum viable inventory</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Triage and prioritize based on impact and risk</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Create the content debt register with owners and target dates</a:t>
            </a:r>
            <a:endParaRPr sz="1100">
              <a:solidFill>
                <a:schemeClr val="dk1"/>
              </a:solidFill>
            </a:endParaRPr>
          </a:p>
        </p:txBody>
      </p:sp>
      <p:sp>
        <p:nvSpPr>
          <p:cNvPr id="278" name="Google Shape;278;p48"/>
          <p:cNvSpPr txBox="1"/>
          <p:nvPr/>
        </p:nvSpPr>
        <p:spPr>
          <a:xfrm>
            <a:off x="3278825" y="1689825"/>
            <a:ext cx="2271000" cy="1984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accent2"/>
                </a:solidFill>
              </a:rPr>
              <a:t>Following Sprints</a:t>
            </a:r>
            <a:endParaRPr sz="1600" b="1">
              <a:solidFill>
                <a:schemeClr val="accent2"/>
              </a:solidFill>
            </a:endParaRPr>
          </a:p>
          <a:p>
            <a:pPr marL="0" lvl="0" indent="0" algn="ctr" rtl="0">
              <a:spcBef>
                <a:spcPts val="0"/>
              </a:spcBef>
              <a:spcAft>
                <a:spcPts val="0"/>
              </a:spcAft>
              <a:buNone/>
            </a:pPr>
            <a:endParaRPr b="1">
              <a:solidFill>
                <a:schemeClr val="accent2"/>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Ship fixes on top-priority items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Measure escalation trends, search failures, and ownership gaps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Report progress (not effort but outcomes)</a:t>
            </a:r>
            <a:endParaRPr sz="1100">
              <a:solidFill>
                <a:schemeClr val="dk1"/>
              </a:solidFill>
            </a:endParaRPr>
          </a:p>
        </p:txBody>
      </p:sp>
      <p:sp>
        <p:nvSpPr>
          <p:cNvPr id="279" name="Google Shape;279;p48"/>
          <p:cNvSpPr txBox="1"/>
          <p:nvPr/>
        </p:nvSpPr>
        <p:spPr>
          <a:xfrm>
            <a:off x="5979375" y="1689825"/>
            <a:ext cx="2124600" cy="1789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accent2"/>
                </a:solidFill>
              </a:rPr>
              <a:t>Ongoing Delivery</a:t>
            </a:r>
            <a:endParaRPr sz="1600" b="1">
              <a:solidFill>
                <a:schemeClr val="accent2"/>
              </a:solidFill>
            </a:endParaRPr>
          </a:p>
          <a:p>
            <a:pPr marL="0" lvl="0" indent="0" algn="ctr" rtl="0">
              <a:spcBef>
                <a:spcPts val="0"/>
              </a:spcBef>
              <a:spcAft>
                <a:spcPts val="0"/>
              </a:spcAft>
              <a:buNone/>
            </a:pPr>
            <a:endParaRPr b="1">
              <a:solidFill>
                <a:schemeClr val="accent2"/>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Doc gate on every behavior-changing release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Quarterly paydown day for backlog items that don’t fit a sprint or PI</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3"/>
        <p:cNvGrpSpPr/>
        <p:nvPr/>
      </p:nvGrpSpPr>
      <p:grpSpPr>
        <a:xfrm>
          <a:off x="0" y="0"/>
          <a:ext cx="0" cy="0"/>
          <a:chOff x="0" y="0"/>
          <a:chExt cx="0" cy="0"/>
        </a:xfrm>
      </p:grpSpPr>
      <p:pic>
        <p:nvPicPr>
          <p:cNvPr id="284" name="Google Shape;284;p49"/>
          <p:cNvPicPr preferRelativeResize="0"/>
          <p:nvPr/>
        </p:nvPicPr>
        <p:blipFill rotWithShape="1">
          <a:blip r:embed="rId4">
            <a:alphaModFix/>
          </a:blip>
          <a:srcRect/>
          <a:stretch/>
        </p:blipFill>
        <p:spPr>
          <a:xfrm>
            <a:off x="304800" y="952500"/>
            <a:ext cx="8534400" cy="19200"/>
          </a:xfrm>
          <a:prstGeom prst="rect">
            <a:avLst/>
          </a:prstGeom>
          <a:noFill/>
          <a:ln>
            <a:noFill/>
          </a:ln>
        </p:spPr>
      </p:pic>
      <p:sp>
        <p:nvSpPr>
          <p:cNvPr id="285" name="Google Shape;285;p49"/>
          <p:cNvSpPr txBox="1">
            <a:spLocks noGrp="1"/>
          </p:cNvSpPr>
          <p:nvPr>
            <p:ph type="title"/>
          </p:nvPr>
        </p:nvSpPr>
        <p:spPr>
          <a:xfrm>
            <a:off x="311700" y="190500"/>
            <a:ext cx="8520600" cy="572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2800" b="1" dirty="0">
                <a:solidFill>
                  <a:srgbClr val="1A1A1A"/>
                </a:solidFill>
                <a:latin typeface="Arial"/>
                <a:ea typeface="Arial"/>
                <a:cs typeface="Arial"/>
                <a:sym typeface="Arial"/>
              </a:rPr>
              <a:t>Optimizing Docs for the AI Era</a:t>
            </a:r>
            <a:endParaRPr sz="2800" b="1" dirty="0">
              <a:solidFill>
                <a:srgbClr val="1A1A1A"/>
              </a:solidFill>
              <a:latin typeface="Arial"/>
              <a:ea typeface="Arial"/>
              <a:cs typeface="Arial"/>
              <a:sym typeface="Arial"/>
            </a:endParaRPr>
          </a:p>
        </p:txBody>
      </p:sp>
      <p:grpSp>
        <p:nvGrpSpPr>
          <p:cNvPr id="286" name="Google Shape;286;p49"/>
          <p:cNvGrpSpPr/>
          <p:nvPr/>
        </p:nvGrpSpPr>
        <p:grpSpPr>
          <a:xfrm>
            <a:off x="304800" y="1333500"/>
            <a:ext cx="8534400" cy="2667000"/>
            <a:chOff x="304800" y="1333500"/>
            <a:chExt cx="8534400" cy="2667000"/>
          </a:xfrm>
        </p:grpSpPr>
        <p:sp>
          <p:nvSpPr>
            <p:cNvPr id="287" name="Google Shape;287;p49"/>
            <p:cNvSpPr/>
            <p:nvPr/>
          </p:nvSpPr>
          <p:spPr>
            <a:xfrm>
              <a:off x="304800" y="1333500"/>
              <a:ext cx="2667000" cy="2667000"/>
            </a:xfrm>
            <a:prstGeom prst="roundRect">
              <a:avLst>
                <a:gd name="adj" fmla="val 4285"/>
              </a:avLst>
            </a:prstGeom>
            <a:solidFill>
              <a:srgbClr val="F3E5F5"/>
            </a:solidFill>
            <a:ln w="9525" cap="flat" cmpd="sng">
              <a:solidFill>
                <a:srgbClr val="D1C4E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8" name="Google Shape;288;p49"/>
            <p:cNvSpPr txBox="1"/>
            <p:nvPr/>
          </p:nvSpPr>
          <p:spPr>
            <a:xfrm>
              <a:off x="495300" y="1570736"/>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80" dirty="0">
                <a:solidFill>
                  <a:srgbClr val="7654A3"/>
                </a:solidFill>
                <a:latin typeface="Material Icons"/>
                <a:ea typeface="Material Icons"/>
                <a:cs typeface="Material Icons"/>
                <a:sym typeface="Material Icons"/>
              </a:endParaRPr>
            </a:p>
          </p:txBody>
        </p:sp>
        <p:sp>
          <p:nvSpPr>
            <p:cNvPr id="289" name="Google Shape;289;p49"/>
            <p:cNvSpPr txBox="1"/>
            <p:nvPr/>
          </p:nvSpPr>
          <p:spPr>
            <a:xfrm>
              <a:off x="495300" y="2000250"/>
              <a:ext cx="2286000" cy="1809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7654A3"/>
                  </a:solidFill>
                  <a:latin typeface="Arial"/>
                  <a:ea typeface="Arial"/>
                  <a:cs typeface="Arial"/>
                  <a:sym typeface="Arial"/>
                </a:rPr>
                <a:t>Structured Logic</a:t>
              </a:r>
              <a:endParaRPr sz="1300" b="1">
                <a:solidFill>
                  <a:srgbClr val="7654A3"/>
                </a:solidFill>
                <a:latin typeface="Arial"/>
                <a:ea typeface="Arial"/>
                <a:cs typeface="Arial"/>
                <a:sym typeface="Arial"/>
              </a:endParaRPr>
            </a:p>
            <a:p>
              <a:pPr marL="0" lvl="0" indent="0" algn="l" rtl="0">
                <a:spcBef>
                  <a:spcPts val="750"/>
                </a:spcBef>
                <a:spcAft>
                  <a:spcPts val="0"/>
                </a:spcAft>
                <a:buNone/>
              </a:pPr>
              <a:r>
                <a:rPr lang="en" sz="1300">
                  <a:solidFill>
                    <a:schemeClr val="dk1"/>
                  </a:solidFill>
                  <a:latin typeface="Arial"/>
                  <a:ea typeface="Arial"/>
                  <a:cs typeface="Arial"/>
                  <a:sym typeface="Arial"/>
                </a:rPr>
                <a:t>Documentation must be structured logically so that AI systems can reliably interpret, retrieve, and answer from it.</a:t>
              </a:r>
              <a:endParaRPr sz="1300">
                <a:solidFill>
                  <a:schemeClr val="dk1"/>
                </a:solidFill>
                <a:latin typeface="Arial"/>
                <a:ea typeface="Arial"/>
                <a:cs typeface="Arial"/>
                <a:sym typeface="Arial"/>
              </a:endParaRPr>
            </a:p>
          </p:txBody>
        </p:sp>
        <p:sp>
          <p:nvSpPr>
            <p:cNvPr id="290" name="Google Shape;290;p49"/>
            <p:cNvSpPr/>
            <p:nvPr/>
          </p:nvSpPr>
          <p:spPr>
            <a:xfrm>
              <a:off x="3238500" y="1333500"/>
              <a:ext cx="2667000" cy="2667000"/>
            </a:xfrm>
            <a:prstGeom prst="roundRect">
              <a:avLst>
                <a:gd name="adj" fmla="val 4285"/>
              </a:avLst>
            </a:prstGeom>
            <a:solidFill>
              <a:srgbClr val="F3E5F5"/>
            </a:solidFill>
            <a:ln w="9525" cap="flat" cmpd="sng">
              <a:solidFill>
                <a:srgbClr val="D1C4E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1" name="Google Shape;291;p49"/>
            <p:cNvSpPr txBox="1"/>
            <p:nvPr/>
          </p:nvSpPr>
          <p:spPr>
            <a:xfrm>
              <a:off x="3429000" y="1570736"/>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80" dirty="0">
                <a:solidFill>
                  <a:srgbClr val="7654A3"/>
                </a:solidFill>
                <a:latin typeface="Material Icons"/>
                <a:ea typeface="Material Icons"/>
                <a:cs typeface="Material Icons"/>
                <a:sym typeface="Material Icons"/>
              </a:endParaRPr>
            </a:p>
          </p:txBody>
        </p:sp>
        <p:sp>
          <p:nvSpPr>
            <p:cNvPr id="292" name="Google Shape;292;p49"/>
            <p:cNvSpPr txBox="1"/>
            <p:nvPr/>
          </p:nvSpPr>
          <p:spPr>
            <a:xfrm>
              <a:off x="3429000" y="2000250"/>
              <a:ext cx="2286000" cy="1809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dirty="0">
                  <a:solidFill>
                    <a:srgbClr val="7654A3"/>
                  </a:solidFill>
                  <a:latin typeface="Arial"/>
                  <a:ea typeface="Arial"/>
                  <a:cs typeface="Arial"/>
                  <a:sym typeface="Arial"/>
                </a:rPr>
                <a:t>Topic-Based Authoring</a:t>
              </a:r>
              <a:endParaRPr sz="1300" b="1" dirty="0">
                <a:solidFill>
                  <a:srgbClr val="7654A3"/>
                </a:solidFill>
                <a:latin typeface="Arial"/>
                <a:ea typeface="Arial"/>
                <a:cs typeface="Arial"/>
                <a:sym typeface="Arial"/>
              </a:endParaRPr>
            </a:p>
            <a:p>
              <a:pPr marL="0" lvl="0" indent="0" algn="l" rtl="0">
                <a:spcBef>
                  <a:spcPts val="750"/>
                </a:spcBef>
                <a:spcAft>
                  <a:spcPts val="0"/>
                </a:spcAft>
                <a:buNone/>
              </a:pPr>
              <a:r>
                <a:rPr lang="en" sz="1300" dirty="0">
                  <a:solidFill>
                    <a:schemeClr val="dk1"/>
                  </a:solidFill>
                  <a:latin typeface="Arial"/>
                  <a:ea typeface="Arial"/>
                  <a:cs typeface="Arial"/>
                  <a:sym typeface="Arial"/>
                </a:rPr>
                <a:t>Applying topic-based authoring best practices improves clarity and reduces ambiguity for both humans and machines.</a:t>
              </a:r>
              <a:endParaRPr sz="1300" dirty="0">
                <a:solidFill>
                  <a:schemeClr val="dk1"/>
                </a:solidFill>
                <a:latin typeface="Arial"/>
                <a:ea typeface="Arial"/>
                <a:cs typeface="Arial"/>
                <a:sym typeface="Arial"/>
              </a:endParaRPr>
            </a:p>
          </p:txBody>
        </p:sp>
        <p:sp>
          <p:nvSpPr>
            <p:cNvPr id="293" name="Google Shape;293;p49"/>
            <p:cNvSpPr/>
            <p:nvPr/>
          </p:nvSpPr>
          <p:spPr>
            <a:xfrm>
              <a:off x="6172200" y="1333500"/>
              <a:ext cx="2667000" cy="2667000"/>
            </a:xfrm>
            <a:prstGeom prst="roundRect">
              <a:avLst>
                <a:gd name="adj" fmla="val 4285"/>
              </a:avLst>
            </a:prstGeom>
            <a:solidFill>
              <a:srgbClr val="F3E5F5"/>
            </a:solidFill>
            <a:ln w="9525" cap="flat" cmpd="sng">
              <a:solidFill>
                <a:srgbClr val="D1C4E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5" name="Google Shape;295;p49"/>
            <p:cNvSpPr txBox="1"/>
            <p:nvPr/>
          </p:nvSpPr>
          <p:spPr>
            <a:xfrm>
              <a:off x="6362700" y="2000250"/>
              <a:ext cx="2286000" cy="1809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7654A3"/>
                  </a:solidFill>
                  <a:latin typeface="Arial"/>
                  <a:ea typeface="Arial"/>
                  <a:cs typeface="Arial"/>
                  <a:sym typeface="Arial"/>
                </a:rPr>
                <a:t>Model Consistency</a:t>
              </a:r>
              <a:endParaRPr sz="1300" b="1">
                <a:solidFill>
                  <a:srgbClr val="7654A3"/>
                </a:solidFill>
                <a:latin typeface="Arial"/>
                <a:ea typeface="Arial"/>
                <a:cs typeface="Arial"/>
                <a:sym typeface="Arial"/>
              </a:endParaRPr>
            </a:p>
            <a:p>
              <a:pPr marL="0" lvl="0" indent="0" algn="l" rtl="0">
                <a:spcBef>
                  <a:spcPts val="750"/>
                </a:spcBef>
                <a:spcAft>
                  <a:spcPts val="0"/>
                </a:spcAft>
                <a:buNone/>
              </a:pPr>
              <a:r>
                <a:rPr lang="en" sz="1300">
                  <a:solidFill>
                    <a:schemeClr val="dk1"/>
                  </a:solidFill>
                </a:rPr>
                <a:t>Adding context and using explicit logic</a:t>
              </a:r>
              <a:r>
                <a:rPr lang="en" sz="1300">
                  <a:solidFill>
                    <a:schemeClr val="dk1"/>
                  </a:solidFill>
                  <a:latin typeface="Arial"/>
                  <a:ea typeface="Arial"/>
                  <a:cs typeface="Arial"/>
                  <a:sym typeface="Arial"/>
                </a:rPr>
                <a:t> </a:t>
              </a:r>
              <a:r>
                <a:rPr lang="en" sz="1300">
                  <a:solidFill>
                    <a:schemeClr val="dk1"/>
                  </a:solidFill>
                </a:rPr>
                <a:t>helps reduce hallucinations</a:t>
              </a:r>
              <a:r>
                <a:rPr lang="en" sz="1300">
                  <a:solidFill>
                    <a:schemeClr val="dk1"/>
                  </a:solidFill>
                  <a:latin typeface="Arial"/>
                  <a:ea typeface="Arial"/>
                  <a:cs typeface="Arial"/>
                  <a:sym typeface="Arial"/>
                </a:rPr>
                <a:t> and improves consistency across various AI models.</a:t>
              </a:r>
              <a:endParaRPr sz="1300">
                <a:solidFill>
                  <a:schemeClr val="dk1"/>
                </a:solidFill>
                <a:latin typeface="Arial"/>
                <a:ea typeface="Arial"/>
                <a:cs typeface="Arial"/>
                <a:sym typeface="Arial"/>
              </a:endParaRPr>
            </a:p>
          </p:txBody>
        </p:sp>
      </p:grpSp>
      <p:sp>
        <p:nvSpPr>
          <p:cNvPr id="296" name="Google Shape;296;p49"/>
          <p:cNvSpPr txBox="1"/>
          <p:nvPr/>
        </p:nvSpPr>
        <p:spPr>
          <a:xfrm>
            <a:off x="505825" y="4360800"/>
            <a:ext cx="8215800" cy="287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100" i="1">
                <a:solidFill>
                  <a:schemeClr val="dk1"/>
                </a:solidFill>
              </a:rPr>
              <a:t>Source: </a:t>
            </a:r>
            <a:r>
              <a:rPr lang="en" sz="1100" i="1" u="sng">
                <a:solidFill>
                  <a:schemeClr val="hlink"/>
                </a:solidFill>
                <a:hlinkClick r:id="rId5"/>
              </a:rPr>
              <a:t>Optimizing Vendor Guides for AI</a:t>
            </a:r>
            <a:r>
              <a:rPr lang="en" sz="1100" i="1">
                <a:solidFill>
                  <a:schemeClr val="dk1"/>
                </a:solidFill>
              </a:rPr>
              <a:t> by Amson Liu </a:t>
            </a:r>
            <a:endParaRPr sz="1100" i="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0"/>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Key Principles for “AI-Readiness”</a:t>
            </a:r>
            <a:endParaRPr/>
          </a:p>
        </p:txBody>
      </p:sp>
      <p:sp>
        <p:nvSpPr>
          <p:cNvPr id="302" name="Google Shape;302;p50"/>
          <p:cNvSpPr txBox="1">
            <a:spLocks noGrp="1"/>
          </p:cNvSpPr>
          <p:nvPr>
            <p:ph type="body" idx="1"/>
          </p:nvPr>
        </p:nvSpPr>
        <p:spPr>
          <a:xfrm>
            <a:off x="311700" y="1152475"/>
            <a:ext cx="8520600" cy="3149700"/>
          </a:xfrm>
          <a:prstGeom prst="rect">
            <a:avLst/>
          </a:prstGeom>
        </p:spPr>
        <p:txBody>
          <a:bodyPr spcFirstLastPara="1" wrap="square" lIns="0" tIns="0" rIns="0" bIns="0" anchor="t" anchorCtr="0">
            <a:noAutofit/>
          </a:bodyPr>
          <a:lstStyle/>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Topic-Based Authoring:</a:t>
            </a:r>
            <a:r>
              <a:rPr lang="en" sz="1400">
                <a:solidFill>
                  <a:srgbClr val="303030"/>
                </a:solidFill>
                <a:highlight>
                  <a:srgbClr val="FFFFFF"/>
                </a:highlight>
              </a:rPr>
              <a:t> Keep content organized so that each section focuses on a primary, well-defined topic.</a:t>
            </a:r>
            <a:endParaRPr sz="1400">
              <a:solidFill>
                <a:srgbClr val="303030"/>
              </a:solidFill>
              <a:highlight>
                <a:srgbClr val="FFFFFF"/>
              </a:highlight>
            </a:endParaRPr>
          </a:p>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Clear Headings:</a:t>
            </a:r>
            <a:r>
              <a:rPr lang="en" sz="1400">
                <a:solidFill>
                  <a:srgbClr val="303030"/>
                </a:solidFill>
                <a:highlight>
                  <a:srgbClr val="FFFFFF"/>
                </a:highlight>
              </a:rPr>
              <a:t> Avoid large text blocks by breaking content down with a consistent heading hierarchy (H1 → H2 → H3).</a:t>
            </a:r>
            <a:endParaRPr sz="1400">
              <a:solidFill>
                <a:srgbClr val="303030"/>
              </a:solidFill>
              <a:highlight>
                <a:srgbClr val="FFFFFF"/>
              </a:highlight>
            </a:endParaRPr>
          </a:p>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Apply Chunking:</a:t>
            </a:r>
            <a:r>
              <a:rPr lang="en" sz="1400">
                <a:solidFill>
                  <a:srgbClr val="303030"/>
                </a:solidFill>
                <a:highlight>
                  <a:srgbClr val="FFFFFF"/>
                </a:highlight>
              </a:rPr>
              <a:t> Each section should address a main idea and minimize dependencies on other sections.</a:t>
            </a:r>
            <a:endParaRPr sz="1400">
              <a:solidFill>
                <a:srgbClr val="303030"/>
              </a:solidFill>
              <a:highlight>
                <a:srgbClr val="FFFFFF"/>
              </a:highlight>
            </a:endParaRPr>
          </a:p>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Be Explicit:</a:t>
            </a:r>
            <a:r>
              <a:rPr lang="en" sz="1400">
                <a:solidFill>
                  <a:srgbClr val="303030"/>
                </a:solidFill>
                <a:highlight>
                  <a:srgbClr val="FFFFFF"/>
                </a:highlight>
              </a:rPr>
              <a:t> Avoid vague qualifiers (like "may" or "usually") and state clear, explicit rules.</a:t>
            </a:r>
            <a:endParaRPr sz="1400">
              <a:solidFill>
                <a:srgbClr val="303030"/>
              </a:solidFill>
              <a:highlight>
                <a:srgbClr val="FFFFFF"/>
              </a:highlight>
            </a:endParaRPr>
          </a:p>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Keep Logic in Text:</a:t>
            </a:r>
            <a:r>
              <a:rPr lang="en" sz="1400">
                <a:solidFill>
                  <a:srgbClr val="303030"/>
                </a:solidFill>
                <a:highlight>
                  <a:srgbClr val="FFFFFF"/>
                </a:highlight>
              </a:rPr>
              <a:t> Never embed essential text inside images or screenshots. Instead, rely on written rules, alt-text, or machine-readable diagrams like Mermaid.</a:t>
            </a:r>
            <a:endParaRPr sz="1400">
              <a:highlight>
                <a:srgbClr val="FFFFFF"/>
              </a:highlight>
            </a:endParaRPr>
          </a:p>
        </p:txBody>
      </p:sp>
      <p:sp>
        <p:nvSpPr>
          <p:cNvPr id="303" name="Google Shape;303;p50"/>
          <p:cNvSpPr txBox="1"/>
          <p:nvPr/>
        </p:nvSpPr>
        <p:spPr>
          <a:xfrm>
            <a:off x="505825" y="4360800"/>
            <a:ext cx="8215800" cy="287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100" i="1">
                <a:solidFill>
                  <a:schemeClr val="dk1"/>
                </a:solidFill>
              </a:rPr>
              <a:t>Source: </a:t>
            </a:r>
            <a:r>
              <a:rPr lang="en" sz="1100" i="1" u="sng">
                <a:solidFill>
                  <a:schemeClr val="hlink"/>
                </a:solidFill>
                <a:hlinkClick r:id="rId3"/>
              </a:rPr>
              <a:t>Optimizing Vendor Guides for AI</a:t>
            </a:r>
            <a:r>
              <a:rPr lang="en" sz="1100" i="1">
                <a:solidFill>
                  <a:schemeClr val="dk1"/>
                </a:solidFill>
              </a:rPr>
              <a:t> by Amson Liu </a:t>
            </a:r>
            <a:endParaRPr sz="1100" i="1">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1"/>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Leveraging Markdown for Structure</a:t>
            </a:r>
            <a:endParaRPr/>
          </a:p>
        </p:txBody>
      </p:sp>
      <p:sp>
        <p:nvSpPr>
          <p:cNvPr id="309" name="Google Shape;309;p51"/>
          <p:cNvSpPr txBox="1"/>
          <p:nvPr/>
        </p:nvSpPr>
        <p:spPr>
          <a:xfrm>
            <a:off x="505825" y="4360800"/>
            <a:ext cx="8215800" cy="287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100" i="1">
                <a:solidFill>
                  <a:schemeClr val="dk1"/>
                </a:solidFill>
              </a:rPr>
              <a:t>Source: </a:t>
            </a:r>
            <a:r>
              <a:rPr lang="en" sz="1100" i="1" u="sng">
                <a:solidFill>
                  <a:schemeClr val="hlink"/>
                </a:solidFill>
                <a:hlinkClick r:id="rId3"/>
              </a:rPr>
              <a:t>Optimizing Vendor Guides for AI</a:t>
            </a:r>
            <a:r>
              <a:rPr lang="en" sz="1100" i="1">
                <a:solidFill>
                  <a:schemeClr val="dk1"/>
                </a:solidFill>
              </a:rPr>
              <a:t> by Amson Liu </a:t>
            </a:r>
            <a:endParaRPr sz="1100" i="1">
              <a:solidFill>
                <a:schemeClr val="dk1"/>
              </a:solidFill>
            </a:endParaRPr>
          </a:p>
        </p:txBody>
      </p:sp>
      <p:sp>
        <p:nvSpPr>
          <p:cNvPr id="310" name="Google Shape;310;p51"/>
          <p:cNvSpPr txBox="1">
            <a:spLocks noGrp="1"/>
          </p:cNvSpPr>
          <p:nvPr>
            <p:ph type="body" idx="1"/>
          </p:nvPr>
        </p:nvSpPr>
        <p:spPr>
          <a:xfrm>
            <a:off x="311700" y="1152477"/>
            <a:ext cx="8520600" cy="2454000"/>
          </a:xfrm>
          <a:prstGeom prst="rect">
            <a:avLst/>
          </a:prstGeom>
          <a:solidFill>
            <a:srgbClr val="000000">
              <a:alpha val="0"/>
            </a:srgbClr>
          </a:solidFill>
          <a:ln>
            <a:noFill/>
          </a:ln>
        </p:spPr>
        <p:txBody>
          <a:bodyPr spcFirstLastPara="1" wrap="square" lIns="0" tIns="0" rIns="0" bIns="0" anchor="t" anchorCtr="0">
            <a:noAutofit/>
          </a:bodyPr>
          <a:lstStyle/>
          <a:p>
            <a:pPr marL="457200" lvl="0" indent="-317500" algn="l" rtl="0">
              <a:spcBef>
                <a:spcPts val="500"/>
              </a:spcBef>
              <a:spcAft>
                <a:spcPts val="0"/>
              </a:spcAft>
              <a:buSzPts val="1400"/>
              <a:buFont typeface="Arial"/>
              <a:buChar char="●"/>
            </a:pPr>
            <a:r>
              <a:rPr lang="en" sz="1400" b="1" i="0" u="none" strike="noStrike">
                <a:solidFill>
                  <a:srgbClr val="303030"/>
                </a:solidFill>
                <a:latin typeface="Arial"/>
                <a:ea typeface="Arial"/>
                <a:cs typeface="Arial"/>
                <a:sym typeface="Arial"/>
              </a:rPr>
              <a:t>Lightweight Syntax:</a:t>
            </a:r>
            <a:r>
              <a:rPr lang="en" sz="1400" b="0" i="0" u="none" strike="noStrike">
                <a:solidFill>
                  <a:srgbClr val="303030"/>
                </a:solidFill>
                <a:latin typeface="Arial"/>
                <a:ea typeface="Arial"/>
                <a:cs typeface="Arial"/>
                <a:sym typeface="Arial"/>
              </a:rPr>
              <a:t> Markdown is a lightweight markup language that uses plain-text formatting to create structured documents.</a:t>
            </a:r>
            <a:endParaRPr sz="1400" b="0" i="0" u="none" strike="noStrike">
              <a:latin typeface="Arial"/>
              <a:ea typeface="Arial"/>
              <a:cs typeface="Arial"/>
              <a:sym typeface="Arial"/>
            </a:endParaRPr>
          </a:p>
          <a:p>
            <a:pPr marL="457200" lvl="0" indent="-317500" algn="l" rtl="0">
              <a:spcBef>
                <a:spcPts val="900"/>
              </a:spcBef>
              <a:spcAft>
                <a:spcPts val="0"/>
              </a:spcAft>
              <a:buSzPts val="1400"/>
              <a:buFont typeface="Arial"/>
              <a:buChar char="●"/>
            </a:pPr>
            <a:r>
              <a:rPr lang="en" sz="1400" b="1" i="0" u="none" strike="noStrike">
                <a:solidFill>
                  <a:srgbClr val="303030"/>
                </a:solidFill>
                <a:latin typeface="Arial"/>
                <a:ea typeface="Arial"/>
                <a:cs typeface="Arial"/>
                <a:sym typeface="Arial"/>
              </a:rPr>
              <a:t>Structural Signals:</a:t>
            </a:r>
            <a:r>
              <a:rPr lang="en" sz="1400" b="0" i="0" u="none" strike="noStrike">
                <a:solidFill>
                  <a:srgbClr val="303030"/>
                </a:solidFill>
                <a:latin typeface="Arial"/>
                <a:ea typeface="Arial"/>
                <a:cs typeface="Arial"/>
                <a:sym typeface="Arial"/>
              </a:rPr>
              <a:t> Using Markdown formatting provides structural cues—like lists and headings—that help AI models accurately interpret the content.</a:t>
            </a:r>
            <a:endParaRPr sz="1400" b="0" i="0" u="none" strike="noStrike">
              <a:latin typeface="Arial"/>
              <a:ea typeface="Arial"/>
              <a:cs typeface="Arial"/>
              <a:sym typeface="Arial"/>
            </a:endParaRPr>
          </a:p>
          <a:p>
            <a:pPr marL="457200" lvl="0" indent="-317500" algn="l" rtl="0">
              <a:spcBef>
                <a:spcPts val="900"/>
              </a:spcBef>
              <a:spcAft>
                <a:spcPts val="900"/>
              </a:spcAft>
              <a:buSzPts val="1400"/>
              <a:buFont typeface="Arial"/>
              <a:buChar char="●"/>
            </a:pPr>
            <a:r>
              <a:rPr lang="en" sz="1400" b="1" i="0" u="none" strike="noStrike">
                <a:solidFill>
                  <a:srgbClr val="303030"/>
                </a:solidFill>
                <a:latin typeface="Arial"/>
                <a:ea typeface="Arial"/>
                <a:cs typeface="Arial"/>
                <a:sym typeface="Arial"/>
              </a:rPr>
              <a:t>Improved Retrieval:</a:t>
            </a:r>
            <a:r>
              <a:rPr lang="en" sz="1400" b="0" i="0" u="none" strike="noStrike">
                <a:solidFill>
                  <a:srgbClr val="303030"/>
                </a:solidFill>
                <a:latin typeface="Arial"/>
                <a:ea typeface="Arial"/>
                <a:cs typeface="Arial"/>
                <a:sym typeface="Arial"/>
              </a:rPr>
              <a:t> Markdown formatting helps AI isolate sections clearly and avoid mixing different rules without clearly defined relationships.</a:t>
            </a:r>
            <a:endParaRPr sz="1400" b="0" i="0" u="none"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2"/>
          <p:cNvSpPr txBox="1">
            <a:spLocks noGrp="1"/>
          </p:cNvSpPr>
          <p:nvPr>
            <p:ph type="title"/>
          </p:nvPr>
        </p:nvSpPr>
        <p:spPr>
          <a:xfrm>
            <a:off x="311700" y="445025"/>
            <a:ext cx="8520600" cy="57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2200"/>
              <a:t>Key Takeaways: Structuring for AI and Managing Content Debt</a:t>
            </a:r>
            <a:endParaRPr sz="2200"/>
          </a:p>
        </p:txBody>
      </p:sp>
      <p:sp>
        <p:nvSpPr>
          <p:cNvPr id="316" name="Google Shape;316;p52"/>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Structure matters as much as content:</a:t>
            </a:r>
            <a:r>
              <a:rPr lang="en" sz="1400">
                <a:solidFill>
                  <a:srgbClr val="303030"/>
                </a:solidFill>
                <a:highlight>
                  <a:srgbClr val="FFFFFF"/>
                </a:highlight>
              </a:rPr>
              <a:t> The primary challenge for AI-readiness is how we structure information, not just what we write. </a:t>
            </a:r>
            <a:endParaRPr sz="1400">
              <a:solidFill>
                <a:srgbClr val="303030"/>
              </a:solidFill>
              <a:highlight>
                <a:srgbClr val="FFFFFF"/>
              </a:highlight>
            </a:endParaRPr>
          </a:p>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Content debt drives hallucinations:</a:t>
            </a:r>
            <a:r>
              <a:rPr lang="en" sz="1400">
                <a:solidFill>
                  <a:srgbClr val="303030"/>
                </a:solidFill>
                <a:highlight>
                  <a:srgbClr val="FFFFFF"/>
                </a:highlight>
              </a:rPr>
              <a:t> Faulty or outdated docs leads to unreliability, because LLMs are only as good as the content they retrieve.</a:t>
            </a:r>
            <a:endParaRPr sz="1400">
              <a:solidFill>
                <a:srgbClr val="303030"/>
              </a:solidFill>
              <a:highlight>
                <a:srgbClr val="FFFFFF"/>
              </a:highlight>
            </a:endParaRPr>
          </a:p>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Poor docs hurt productivity:</a:t>
            </a:r>
            <a:r>
              <a:rPr lang="en" sz="1400">
                <a:solidFill>
                  <a:srgbClr val="303030"/>
                </a:solidFill>
                <a:highlight>
                  <a:srgbClr val="FFFFFF"/>
                </a:highlight>
              </a:rPr>
              <a:t> Some teams lose up to one day per week in productivity from content debt. Maintaining high-quality docs could double reliability (see slide 4 for data).</a:t>
            </a:r>
            <a:endParaRPr sz="1400">
              <a:solidFill>
                <a:srgbClr val="303030"/>
              </a:solidFill>
              <a:highlight>
                <a:srgbClr val="FFFFFF"/>
              </a:highlight>
            </a:endParaRPr>
          </a:p>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Audit with signals, not opinions:</a:t>
            </a:r>
            <a:r>
              <a:rPr lang="en" sz="1400">
                <a:solidFill>
                  <a:srgbClr val="303030"/>
                </a:solidFill>
                <a:highlight>
                  <a:srgbClr val="FFFFFF"/>
                </a:highlight>
              </a:rPr>
              <a:t> Instead of auditing by feel, implement a scorecard that tracks freshness, search failures, duplication, and ownership gaps.</a:t>
            </a:r>
            <a:endParaRPr sz="1400">
              <a:solidFill>
                <a:srgbClr val="303030"/>
              </a:solidFill>
              <a:highlight>
                <a:srgbClr val="FFFFFF"/>
              </a:highlight>
            </a:endParaRPr>
          </a:p>
          <a:p>
            <a:pPr marL="457200" lvl="0" indent="-317500" algn="l" rtl="0">
              <a:lnSpc>
                <a:spcPct val="150000"/>
              </a:lnSpc>
              <a:spcBef>
                <a:spcPts val="0"/>
              </a:spcBef>
              <a:spcAft>
                <a:spcPts val="0"/>
              </a:spcAft>
              <a:buSzPts val="1400"/>
              <a:buChar char="●"/>
            </a:pPr>
            <a:r>
              <a:rPr lang="en" sz="1400" b="1">
                <a:solidFill>
                  <a:srgbClr val="303030"/>
                </a:solidFill>
                <a:highlight>
                  <a:srgbClr val="FFFFFF"/>
                </a:highlight>
              </a:rPr>
              <a:t>Make paydown a habit:</a:t>
            </a:r>
            <a:r>
              <a:rPr lang="en" sz="1400">
                <a:solidFill>
                  <a:srgbClr val="303030"/>
                </a:solidFill>
                <a:highlight>
                  <a:srgbClr val="FFFFFF"/>
                </a:highlight>
              </a:rPr>
              <a:t> Establish a repeatable review cadence by integrating documentation fixes directly into your regular sprints.</a:t>
            </a:r>
            <a:endParaRPr sz="1400">
              <a:solidFill>
                <a:srgbClr val="303030"/>
              </a:solidFill>
              <a:highlight>
                <a:srgbClr val="FFFFFF"/>
              </a:highlight>
            </a:endParaRPr>
          </a:p>
          <a:p>
            <a:pPr marL="0" lvl="0" indent="0" algn="l" rtl="0">
              <a:spcBef>
                <a:spcPts val="900"/>
              </a:spcBef>
              <a:spcAft>
                <a:spcPts val="0"/>
              </a:spcAft>
              <a:buNone/>
            </a:pPr>
            <a:endParaRPr/>
          </a:p>
        </p:txBody>
      </p:sp>
    </p:spTree>
  </p:cSld>
  <p:clrMapOvr>
    <a:masterClrMapping/>
  </p:clrMapOvr>
</p:sld>
</file>

<file path=ppt/theme/theme1.xml><?xml version="1.0" encoding="utf-8"?>
<a:theme xmlns:a="http://schemas.openxmlformats.org/drawingml/2006/main" name="BNEF Template_PrintA4">
  <a:themeElements>
    <a:clrScheme name="BNEF">
      <a:dk1>
        <a:srgbClr val="000000"/>
      </a:dk1>
      <a:lt1>
        <a:srgbClr val="FFFFFF"/>
      </a:lt1>
      <a:dk2>
        <a:srgbClr val="808080"/>
      </a:dk2>
      <a:lt2>
        <a:srgbClr val="D2D2D2"/>
      </a:lt2>
      <a:accent1>
        <a:srgbClr val="00AEE5"/>
      </a:accent1>
      <a:accent2>
        <a:srgbClr val="7654A3"/>
      </a:accent2>
      <a:accent3>
        <a:srgbClr val="43BEAD"/>
      </a:accent3>
      <a:accent4>
        <a:srgbClr val="FFE838"/>
      </a:accent4>
      <a:accent5>
        <a:srgbClr val="ED3124"/>
      </a:accent5>
      <a:accent6>
        <a:srgbClr val="19B24E"/>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NEF Template_PrintA4">
  <a:themeElements>
    <a:clrScheme name="BNEF">
      <a:dk1>
        <a:srgbClr val="000000"/>
      </a:dk1>
      <a:lt1>
        <a:srgbClr val="FFFFFF"/>
      </a:lt1>
      <a:dk2>
        <a:srgbClr val="808080"/>
      </a:dk2>
      <a:lt2>
        <a:srgbClr val="D2D2D2"/>
      </a:lt2>
      <a:accent1>
        <a:srgbClr val="00AEE5"/>
      </a:accent1>
      <a:accent2>
        <a:srgbClr val="7654A3"/>
      </a:accent2>
      <a:accent3>
        <a:srgbClr val="43BEAD"/>
      </a:accent3>
      <a:accent4>
        <a:srgbClr val="FFE838"/>
      </a:accent4>
      <a:accent5>
        <a:srgbClr val="ED3124"/>
      </a:accent5>
      <a:accent6>
        <a:srgbClr val="19B24E"/>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917</Words>
  <Application>Microsoft Office PowerPoint</Application>
  <PresentationFormat>On-screen Show (16:9)</PresentationFormat>
  <Paragraphs>102</Paragraphs>
  <Slides>10</Slides>
  <Notes>10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10</vt:i4>
      </vt:variant>
    </vt:vector>
  </HeadingPairs>
  <TitlesOfParts>
    <vt:vector size="14" baseType="lpstr">
      <vt:lpstr>Arial</vt:lpstr>
      <vt:lpstr>Material Icons</vt:lpstr>
      <vt:lpstr>BNEF Template_PrintA4</vt:lpstr>
      <vt:lpstr>BNEF Template_PrintA4</vt:lpstr>
      <vt:lpstr>Documentation Best Practices in the AI Era</vt:lpstr>
      <vt:lpstr>Scope and Agenda</vt:lpstr>
      <vt:lpstr>What is Content Debt and Why It Matters</vt:lpstr>
      <vt:lpstr>Content Debt’s Impact on Productivity</vt:lpstr>
      <vt:lpstr>Signals &gt; Opinions</vt:lpstr>
      <vt:lpstr>Paydown in Practice: Work It Into the Sprint</vt:lpstr>
      <vt:lpstr>Optimizing Docs for the AI Era</vt:lpstr>
      <vt:lpstr>Key Principles for “AI-Readiness”</vt:lpstr>
      <vt:lpstr>Leveraging Markdown for Structure</vt:lpstr>
      <vt:lpstr>Key Takeaways: Structuring for AI and Managing Content Debt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Liu, Amson</cp:lastModifiedBy>
  <cp:revision>1</cp:revision>
  <dcterms:modified xsi:type="dcterms:W3CDTF">2026-04-23T19:28:49Z</dcterms:modified>
</cp:coreProperties>
</file>